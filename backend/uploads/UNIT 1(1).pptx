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257" r:id="rId2"/>
    <p:sldId id="261" r:id="rId3"/>
    <p:sldId id="256" r:id="rId4"/>
    <p:sldId id="258" r:id="rId5"/>
    <p:sldId id="259" r:id="rId6"/>
    <p:sldId id="260" r:id="rId7"/>
    <p:sldId id="262" r:id="rId8"/>
    <p:sldId id="265" r:id="rId9"/>
    <p:sldId id="263" r:id="rId10"/>
    <p:sldId id="264" r:id="rId11"/>
    <p:sldId id="267" r:id="rId12"/>
    <p:sldId id="268" r:id="rId13"/>
    <p:sldId id="269" r:id="rId14"/>
    <p:sldId id="270" r:id="rId15"/>
    <p:sldId id="271" r:id="rId16"/>
    <p:sldId id="272" r:id="rId17"/>
    <p:sldId id="273" r:id="rId18"/>
    <p:sldId id="274" r:id="rId19"/>
    <p:sldId id="275" r:id="rId20"/>
    <p:sldId id="276" r:id="rId21"/>
    <p:sldId id="266" r:id="rId22"/>
    <p:sldId id="277" r:id="rId23"/>
    <p:sldId id="278" r:id="rId24"/>
    <p:sldId id="286" r:id="rId25"/>
    <p:sldId id="287" r:id="rId26"/>
    <p:sldId id="288" r:id="rId27"/>
    <p:sldId id="281" r:id="rId28"/>
    <p:sldId id="289" r:id="rId29"/>
    <p:sldId id="282" r:id="rId30"/>
    <p:sldId id="290" r:id="rId31"/>
    <p:sldId id="283" r:id="rId32"/>
    <p:sldId id="285" r:id="rId33"/>
    <p:sldId id="284" r:id="rId34"/>
    <p:sldId id="291" r:id="rId35"/>
    <p:sldId id="292" r:id="rId36"/>
    <p:sldId id="293" r:id="rId37"/>
    <p:sldId id="294" r:id="rId38"/>
    <p:sldId id="296" r:id="rId39"/>
    <p:sldId id="298"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A4E9905-CE23-451F-94C5-CBF0299BDE7C}">
          <p14:sldIdLst>
            <p14:sldId id="257"/>
            <p14:sldId id="261"/>
            <p14:sldId id="256"/>
            <p14:sldId id="258"/>
            <p14:sldId id="259"/>
            <p14:sldId id="260"/>
            <p14:sldId id="262"/>
            <p14:sldId id="265"/>
            <p14:sldId id="263"/>
            <p14:sldId id="264"/>
          </p14:sldIdLst>
        </p14:section>
        <p14:section name="Untitled Section" id="{02922248-FA6E-489D-BED2-3F58DD9F9F40}">
          <p14:sldIdLst>
            <p14:sldId id="267"/>
            <p14:sldId id="268"/>
            <p14:sldId id="269"/>
            <p14:sldId id="270"/>
            <p14:sldId id="271"/>
            <p14:sldId id="272"/>
            <p14:sldId id="273"/>
            <p14:sldId id="274"/>
            <p14:sldId id="275"/>
            <p14:sldId id="276"/>
            <p14:sldId id="266"/>
            <p14:sldId id="277"/>
            <p14:sldId id="278"/>
            <p14:sldId id="286"/>
            <p14:sldId id="287"/>
            <p14:sldId id="288"/>
            <p14:sldId id="281"/>
            <p14:sldId id="289"/>
            <p14:sldId id="282"/>
            <p14:sldId id="290"/>
            <p14:sldId id="283"/>
            <p14:sldId id="285"/>
            <p14:sldId id="284"/>
            <p14:sldId id="291"/>
            <p14:sldId id="292"/>
            <p14:sldId id="293"/>
            <p14:sldId id="294"/>
            <p14:sldId id="296"/>
            <p14:sldId id="298"/>
          </p14:sldIdLst>
        </p14:section>
      </p14:sectionLst>
    </p:ex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3" d="100"/>
          <a:sy n="83" d="100"/>
        </p:scale>
        <p:origin x="-629" y="-77"/>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E8BD6F-F6A2-4E66-B8F7-0F46B408B738}" type="datetimeFigureOut">
              <a:rPr lang="en-US" smtClean="0"/>
              <a:t>12/6/2022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ADD3C9-B674-4AC8-A4CC-CEC809C4DBB8}" type="slidenum">
              <a:rPr lang="en-US" smtClean="0"/>
              <a:t>‹#›</a:t>
            </a:fld>
            <a:endParaRPr lang="en-US"/>
          </a:p>
        </p:txBody>
      </p:sp>
    </p:spTree>
    <p:extLst>
      <p:ext uri="{BB962C8B-B14F-4D97-AF65-F5344CB8AC3E}">
        <p14:creationId xmlns:p14="http://schemas.microsoft.com/office/powerpoint/2010/main" val="12160002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Rot="1" noChangeAspect="1" noChangeArrowheads="1" noTextEdit="1"/>
          </p:cNvSpPr>
          <p:nvPr>
            <p:ph type="sldImg"/>
          </p:nvPr>
        </p:nvSpPr>
        <p:spPr>
          <a:ln cap="flat"/>
        </p:spPr>
      </p:sp>
      <p:sp>
        <p:nvSpPr>
          <p:cNvPr id="368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4471272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Rot="1" noChangeAspect="1" noChangeArrowheads="1" noTextEdit="1"/>
          </p:cNvSpPr>
          <p:nvPr>
            <p:ph type="sldImg"/>
          </p:nvPr>
        </p:nvSpPr>
        <p:spPr>
          <a:ln cap="flat"/>
        </p:spPr>
      </p:sp>
      <p:sp>
        <p:nvSpPr>
          <p:cNvPr id="3993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388435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F37EE10-0FA2-4F67-9543-22F9EA796A1A}" type="datetime1">
              <a:rPr lang="en-US" smtClean="0"/>
              <a:t>12/6/2022</a:t>
            </a:fld>
            <a:endParaRPr lang="en-US"/>
          </a:p>
        </p:txBody>
      </p:sp>
      <p:sp>
        <p:nvSpPr>
          <p:cNvPr id="5" name="Footer Placeholder 4"/>
          <p:cNvSpPr>
            <a:spLocks noGrp="1"/>
          </p:cNvSpPr>
          <p:nvPr>
            <p:ph type="ftr" sz="quarter" idx="11"/>
          </p:nvPr>
        </p:nvSpPr>
        <p:spPr/>
        <p:txBody>
          <a:bodyPr/>
          <a:lstStyle/>
          <a:p>
            <a:r>
              <a:rPr lang="en-US" smtClean="0"/>
              <a:t>OS_Sitaram Pokhrel</a:t>
            </a:r>
            <a:endParaRPr lang="en-US"/>
          </a:p>
        </p:txBody>
      </p:sp>
      <p:sp>
        <p:nvSpPr>
          <p:cNvPr id="6" name="Slide Number Placeholder 5"/>
          <p:cNvSpPr>
            <a:spLocks noGrp="1"/>
          </p:cNvSpPr>
          <p:nvPr>
            <p:ph type="sldNum" sz="quarter" idx="12"/>
          </p:nvPr>
        </p:nvSpPr>
        <p:spPr/>
        <p:txBody>
          <a:bodyPr/>
          <a:lstStyle/>
          <a:p>
            <a:fld id="{F521F47B-093A-4E4F-BDC5-AD799C149401}" type="slidenum">
              <a:rPr lang="en-US" smtClean="0"/>
              <a:t>‹#›</a:t>
            </a:fld>
            <a:endParaRPr lang="en-US"/>
          </a:p>
        </p:txBody>
      </p:sp>
    </p:spTree>
    <p:extLst>
      <p:ext uri="{BB962C8B-B14F-4D97-AF65-F5344CB8AC3E}">
        <p14:creationId xmlns:p14="http://schemas.microsoft.com/office/powerpoint/2010/main" val="24578251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FB623FF-7CE8-45B7-A647-95879AFE50FD}" type="datetime1">
              <a:rPr lang="en-US" smtClean="0"/>
              <a:t>12/6/2022</a:t>
            </a:fld>
            <a:endParaRPr lang="en-US"/>
          </a:p>
        </p:txBody>
      </p:sp>
      <p:sp>
        <p:nvSpPr>
          <p:cNvPr id="5" name="Footer Placeholder 4"/>
          <p:cNvSpPr>
            <a:spLocks noGrp="1"/>
          </p:cNvSpPr>
          <p:nvPr>
            <p:ph type="ftr" sz="quarter" idx="11"/>
          </p:nvPr>
        </p:nvSpPr>
        <p:spPr/>
        <p:txBody>
          <a:bodyPr/>
          <a:lstStyle/>
          <a:p>
            <a:r>
              <a:rPr lang="en-US" smtClean="0"/>
              <a:t>OS_Sitaram Pokhrel</a:t>
            </a:r>
            <a:endParaRPr lang="en-US"/>
          </a:p>
        </p:txBody>
      </p:sp>
      <p:sp>
        <p:nvSpPr>
          <p:cNvPr id="6" name="Slide Number Placeholder 5"/>
          <p:cNvSpPr>
            <a:spLocks noGrp="1"/>
          </p:cNvSpPr>
          <p:nvPr>
            <p:ph type="sldNum" sz="quarter" idx="12"/>
          </p:nvPr>
        </p:nvSpPr>
        <p:spPr/>
        <p:txBody>
          <a:bodyPr/>
          <a:lstStyle/>
          <a:p>
            <a:fld id="{F521F47B-093A-4E4F-BDC5-AD799C149401}" type="slidenum">
              <a:rPr lang="en-US" smtClean="0"/>
              <a:t>‹#›</a:t>
            </a:fld>
            <a:endParaRPr lang="en-US"/>
          </a:p>
        </p:txBody>
      </p:sp>
    </p:spTree>
    <p:extLst>
      <p:ext uri="{BB962C8B-B14F-4D97-AF65-F5344CB8AC3E}">
        <p14:creationId xmlns:p14="http://schemas.microsoft.com/office/powerpoint/2010/main" val="37113239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19D8503-8328-481E-B8BA-4F9A16DF8D44}" type="datetime1">
              <a:rPr lang="en-US" smtClean="0"/>
              <a:t>12/6/2022</a:t>
            </a:fld>
            <a:endParaRPr lang="en-US"/>
          </a:p>
        </p:txBody>
      </p:sp>
      <p:sp>
        <p:nvSpPr>
          <p:cNvPr id="5" name="Footer Placeholder 4"/>
          <p:cNvSpPr>
            <a:spLocks noGrp="1"/>
          </p:cNvSpPr>
          <p:nvPr>
            <p:ph type="ftr" sz="quarter" idx="11"/>
          </p:nvPr>
        </p:nvSpPr>
        <p:spPr/>
        <p:txBody>
          <a:bodyPr/>
          <a:lstStyle/>
          <a:p>
            <a:r>
              <a:rPr lang="en-US" smtClean="0"/>
              <a:t>OS_Sitaram Pokhrel</a:t>
            </a:r>
            <a:endParaRPr lang="en-US"/>
          </a:p>
        </p:txBody>
      </p:sp>
      <p:sp>
        <p:nvSpPr>
          <p:cNvPr id="6" name="Slide Number Placeholder 5"/>
          <p:cNvSpPr>
            <a:spLocks noGrp="1"/>
          </p:cNvSpPr>
          <p:nvPr>
            <p:ph type="sldNum" sz="quarter" idx="12"/>
          </p:nvPr>
        </p:nvSpPr>
        <p:spPr/>
        <p:txBody>
          <a:bodyPr/>
          <a:lstStyle/>
          <a:p>
            <a:fld id="{F521F47B-093A-4E4F-BDC5-AD799C149401}" type="slidenum">
              <a:rPr lang="en-US" smtClean="0"/>
              <a:t>‹#›</a:t>
            </a:fld>
            <a:endParaRPr lang="en-US"/>
          </a:p>
        </p:txBody>
      </p:sp>
    </p:spTree>
    <p:extLst>
      <p:ext uri="{BB962C8B-B14F-4D97-AF65-F5344CB8AC3E}">
        <p14:creationId xmlns:p14="http://schemas.microsoft.com/office/powerpoint/2010/main" val="455148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6EEC9C6-6B1D-4691-AB72-B9A83FE8A462}" type="datetime1">
              <a:rPr lang="en-US" smtClean="0"/>
              <a:t>12/6/2022</a:t>
            </a:fld>
            <a:endParaRPr lang="en-US"/>
          </a:p>
        </p:txBody>
      </p:sp>
      <p:sp>
        <p:nvSpPr>
          <p:cNvPr id="6" name="Footer Placeholder 5"/>
          <p:cNvSpPr>
            <a:spLocks noGrp="1"/>
          </p:cNvSpPr>
          <p:nvPr>
            <p:ph type="ftr" sz="quarter" idx="11"/>
          </p:nvPr>
        </p:nvSpPr>
        <p:spPr/>
        <p:txBody>
          <a:bodyPr/>
          <a:lstStyle/>
          <a:p>
            <a:r>
              <a:rPr lang="en-US" smtClean="0"/>
              <a:t>OS_Sitaram Pokhrel</a:t>
            </a:r>
            <a:endParaRPr lang="en-US"/>
          </a:p>
        </p:txBody>
      </p:sp>
      <p:sp>
        <p:nvSpPr>
          <p:cNvPr id="7" name="Slide Number Placeholder 6"/>
          <p:cNvSpPr>
            <a:spLocks noGrp="1"/>
          </p:cNvSpPr>
          <p:nvPr>
            <p:ph type="sldNum" sz="quarter" idx="12"/>
          </p:nvPr>
        </p:nvSpPr>
        <p:spPr/>
        <p:txBody>
          <a:bodyPr/>
          <a:lstStyle/>
          <a:p>
            <a:fld id="{F521F47B-093A-4E4F-BDC5-AD799C149401}" type="slidenum">
              <a:rPr lang="en-US" smtClean="0"/>
              <a:t>‹#›</a:t>
            </a:fld>
            <a:endParaRPr lang="en-US"/>
          </a:p>
        </p:txBody>
      </p:sp>
    </p:spTree>
    <p:extLst>
      <p:ext uri="{BB962C8B-B14F-4D97-AF65-F5344CB8AC3E}">
        <p14:creationId xmlns:p14="http://schemas.microsoft.com/office/powerpoint/2010/main" val="4960663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7A1CEDF-748A-4F2C-90C5-7F729FA02668}" type="datetime1">
              <a:rPr lang="en-US" smtClean="0"/>
              <a:t>12/6/2022</a:t>
            </a:fld>
            <a:endParaRPr lang="en-US"/>
          </a:p>
        </p:txBody>
      </p:sp>
      <p:sp>
        <p:nvSpPr>
          <p:cNvPr id="8" name="Footer Placeholder 7"/>
          <p:cNvSpPr>
            <a:spLocks noGrp="1"/>
          </p:cNvSpPr>
          <p:nvPr>
            <p:ph type="ftr" sz="quarter" idx="11"/>
          </p:nvPr>
        </p:nvSpPr>
        <p:spPr/>
        <p:txBody>
          <a:bodyPr/>
          <a:lstStyle/>
          <a:p>
            <a:r>
              <a:rPr lang="en-US" smtClean="0"/>
              <a:t>OS_Sitaram Pokhrel</a:t>
            </a:r>
            <a:endParaRPr lang="en-US"/>
          </a:p>
        </p:txBody>
      </p:sp>
      <p:sp>
        <p:nvSpPr>
          <p:cNvPr id="9" name="Slide Number Placeholder 8"/>
          <p:cNvSpPr>
            <a:spLocks noGrp="1"/>
          </p:cNvSpPr>
          <p:nvPr>
            <p:ph type="sldNum" sz="quarter" idx="12"/>
          </p:nvPr>
        </p:nvSpPr>
        <p:spPr/>
        <p:txBody>
          <a:bodyPr/>
          <a:lstStyle/>
          <a:p>
            <a:fld id="{F521F47B-093A-4E4F-BDC5-AD799C149401}" type="slidenum">
              <a:rPr lang="en-US" smtClean="0"/>
              <a:t>‹#›</a:t>
            </a:fld>
            <a:endParaRPr lang="en-US"/>
          </a:p>
        </p:txBody>
      </p:sp>
    </p:spTree>
    <p:extLst>
      <p:ext uri="{BB962C8B-B14F-4D97-AF65-F5344CB8AC3E}">
        <p14:creationId xmlns:p14="http://schemas.microsoft.com/office/powerpoint/2010/main" val="19138859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F621FC7-FC26-4B46-A5FB-4919CD207504}" type="datetime1">
              <a:rPr lang="en-US" smtClean="0"/>
              <a:t>12/6/2022</a:t>
            </a:fld>
            <a:endParaRPr lang="en-US"/>
          </a:p>
        </p:txBody>
      </p:sp>
      <p:sp>
        <p:nvSpPr>
          <p:cNvPr id="4" name="Footer Placeholder 3"/>
          <p:cNvSpPr>
            <a:spLocks noGrp="1"/>
          </p:cNvSpPr>
          <p:nvPr>
            <p:ph type="ftr" sz="quarter" idx="11"/>
          </p:nvPr>
        </p:nvSpPr>
        <p:spPr/>
        <p:txBody>
          <a:bodyPr/>
          <a:lstStyle/>
          <a:p>
            <a:r>
              <a:rPr lang="en-US" smtClean="0"/>
              <a:t>OS_Sitaram Pokhrel</a:t>
            </a:r>
            <a:endParaRPr lang="en-US"/>
          </a:p>
        </p:txBody>
      </p:sp>
      <p:sp>
        <p:nvSpPr>
          <p:cNvPr id="5" name="Slide Number Placeholder 4"/>
          <p:cNvSpPr>
            <a:spLocks noGrp="1"/>
          </p:cNvSpPr>
          <p:nvPr>
            <p:ph type="sldNum" sz="quarter" idx="12"/>
          </p:nvPr>
        </p:nvSpPr>
        <p:spPr/>
        <p:txBody>
          <a:bodyPr/>
          <a:lstStyle/>
          <a:p>
            <a:fld id="{F521F47B-093A-4E4F-BDC5-AD799C149401}" type="slidenum">
              <a:rPr lang="en-US" smtClean="0"/>
              <a:t>‹#›</a:t>
            </a:fld>
            <a:endParaRPr lang="en-US"/>
          </a:p>
        </p:txBody>
      </p:sp>
    </p:spTree>
    <p:extLst>
      <p:ext uri="{BB962C8B-B14F-4D97-AF65-F5344CB8AC3E}">
        <p14:creationId xmlns:p14="http://schemas.microsoft.com/office/powerpoint/2010/main" val="10141091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B44FB04-DE89-4990-A7E1-2BD9A75399AB}" type="datetime1">
              <a:rPr lang="en-US" smtClean="0"/>
              <a:t>12/6/2022</a:t>
            </a:fld>
            <a:endParaRPr lang="en-US"/>
          </a:p>
        </p:txBody>
      </p:sp>
      <p:sp>
        <p:nvSpPr>
          <p:cNvPr id="3" name="Footer Placeholder 2"/>
          <p:cNvSpPr>
            <a:spLocks noGrp="1"/>
          </p:cNvSpPr>
          <p:nvPr>
            <p:ph type="ftr" sz="quarter" idx="11"/>
          </p:nvPr>
        </p:nvSpPr>
        <p:spPr/>
        <p:txBody>
          <a:bodyPr/>
          <a:lstStyle/>
          <a:p>
            <a:r>
              <a:rPr lang="en-US" smtClean="0"/>
              <a:t>OS_Sitaram Pokhrel</a:t>
            </a:r>
            <a:endParaRPr lang="en-US"/>
          </a:p>
        </p:txBody>
      </p:sp>
      <p:sp>
        <p:nvSpPr>
          <p:cNvPr id="4" name="Slide Number Placeholder 3"/>
          <p:cNvSpPr>
            <a:spLocks noGrp="1"/>
          </p:cNvSpPr>
          <p:nvPr>
            <p:ph type="sldNum" sz="quarter" idx="12"/>
          </p:nvPr>
        </p:nvSpPr>
        <p:spPr/>
        <p:txBody>
          <a:bodyPr/>
          <a:lstStyle/>
          <a:p>
            <a:fld id="{F521F47B-093A-4E4F-BDC5-AD799C149401}" type="slidenum">
              <a:rPr lang="en-US" smtClean="0"/>
              <a:t>‹#›</a:t>
            </a:fld>
            <a:endParaRPr lang="en-US"/>
          </a:p>
        </p:txBody>
      </p:sp>
    </p:spTree>
    <p:extLst>
      <p:ext uri="{BB962C8B-B14F-4D97-AF65-F5344CB8AC3E}">
        <p14:creationId xmlns:p14="http://schemas.microsoft.com/office/powerpoint/2010/main" val="40002745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CB6B1D6-D716-4BC5-9C19-88B598B590FC}" type="datetime1">
              <a:rPr lang="en-US" smtClean="0"/>
              <a:t>12/6/2022</a:t>
            </a:fld>
            <a:endParaRPr lang="en-US"/>
          </a:p>
        </p:txBody>
      </p:sp>
      <p:sp>
        <p:nvSpPr>
          <p:cNvPr id="6" name="Footer Placeholder 5"/>
          <p:cNvSpPr>
            <a:spLocks noGrp="1"/>
          </p:cNvSpPr>
          <p:nvPr>
            <p:ph type="ftr" sz="quarter" idx="11"/>
          </p:nvPr>
        </p:nvSpPr>
        <p:spPr/>
        <p:txBody>
          <a:bodyPr/>
          <a:lstStyle/>
          <a:p>
            <a:r>
              <a:rPr lang="en-US" smtClean="0"/>
              <a:t>OS_Sitaram Pokhrel</a:t>
            </a:r>
            <a:endParaRPr lang="en-US"/>
          </a:p>
        </p:txBody>
      </p:sp>
      <p:sp>
        <p:nvSpPr>
          <p:cNvPr id="7" name="Slide Number Placeholder 6"/>
          <p:cNvSpPr>
            <a:spLocks noGrp="1"/>
          </p:cNvSpPr>
          <p:nvPr>
            <p:ph type="sldNum" sz="quarter" idx="12"/>
          </p:nvPr>
        </p:nvSpPr>
        <p:spPr/>
        <p:txBody>
          <a:bodyPr/>
          <a:lstStyle/>
          <a:p>
            <a:fld id="{F521F47B-093A-4E4F-BDC5-AD799C149401}" type="slidenum">
              <a:rPr lang="en-US" smtClean="0"/>
              <a:t>‹#›</a:t>
            </a:fld>
            <a:endParaRPr lang="en-US"/>
          </a:p>
        </p:txBody>
      </p:sp>
    </p:spTree>
    <p:extLst>
      <p:ext uri="{BB962C8B-B14F-4D97-AF65-F5344CB8AC3E}">
        <p14:creationId xmlns:p14="http://schemas.microsoft.com/office/powerpoint/2010/main" val="12684572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414C213-A13D-464E-85E7-2005D0EF302A}" type="datetime1">
              <a:rPr lang="en-US" smtClean="0"/>
              <a:t>12/6/2022</a:t>
            </a:fld>
            <a:endParaRPr lang="en-US"/>
          </a:p>
        </p:txBody>
      </p:sp>
      <p:sp>
        <p:nvSpPr>
          <p:cNvPr id="6" name="Footer Placeholder 5"/>
          <p:cNvSpPr>
            <a:spLocks noGrp="1"/>
          </p:cNvSpPr>
          <p:nvPr>
            <p:ph type="ftr" sz="quarter" idx="11"/>
          </p:nvPr>
        </p:nvSpPr>
        <p:spPr/>
        <p:txBody>
          <a:bodyPr/>
          <a:lstStyle/>
          <a:p>
            <a:r>
              <a:rPr lang="en-US" smtClean="0"/>
              <a:t>OS_Sitaram Pokhrel</a:t>
            </a:r>
            <a:endParaRPr lang="en-US"/>
          </a:p>
        </p:txBody>
      </p:sp>
      <p:sp>
        <p:nvSpPr>
          <p:cNvPr id="7" name="Slide Number Placeholder 6"/>
          <p:cNvSpPr>
            <a:spLocks noGrp="1"/>
          </p:cNvSpPr>
          <p:nvPr>
            <p:ph type="sldNum" sz="quarter" idx="12"/>
          </p:nvPr>
        </p:nvSpPr>
        <p:spPr/>
        <p:txBody>
          <a:bodyPr/>
          <a:lstStyle/>
          <a:p>
            <a:fld id="{F521F47B-093A-4E4F-BDC5-AD799C149401}" type="slidenum">
              <a:rPr lang="en-US" smtClean="0"/>
              <a:t>‹#›</a:t>
            </a:fld>
            <a:endParaRPr lang="en-US"/>
          </a:p>
        </p:txBody>
      </p:sp>
    </p:spTree>
    <p:extLst>
      <p:ext uri="{BB962C8B-B14F-4D97-AF65-F5344CB8AC3E}">
        <p14:creationId xmlns:p14="http://schemas.microsoft.com/office/powerpoint/2010/main" val="36557075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3663EAD-596B-475D-9EF3-4AEAF2DD57E7}" type="datetime1">
              <a:rPr lang="en-US" smtClean="0"/>
              <a:t>12/6/2022</a:t>
            </a:fld>
            <a:endParaRPr lang="en-US"/>
          </a:p>
        </p:txBody>
      </p:sp>
      <p:sp>
        <p:nvSpPr>
          <p:cNvPr id="5" name="Footer Placeholder 4"/>
          <p:cNvSpPr>
            <a:spLocks noGrp="1"/>
          </p:cNvSpPr>
          <p:nvPr>
            <p:ph type="ftr" sz="quarter" idx="11"/>
          </p:nvPr>
        </p:nvSpPr>
        <p:spPr/>
        <p:txBody>
          <a:bodyPr/>
          <a:lstStyle/>
          <a:p>
            <a:r>
              <a:rPr lang="en-US" smtClean="0"/>
              <a:t>OS_Sitaram Pokhrel</a:t>
            </a:r>
            <a:endParaRPr lang="en-US"/>
          </a:p>
        </p:txBody>
      </p:sp>
      <p:sp>
        <p:nvSpPr>
          <p:cNvPr id="6" name="Slide Number Placeholder 5"/>
          <p:cNvSpPr>
            <a:spLocks noGrp="1"/>
          </p:cNvSpPr>
          <p:nvPr>
            <p:ph type="sldNum" sz="quarter" idx="12"/>
          </p:nvPr>
        </p:nvSpPr>
        <p:spPr/>
        <p:txBody>
          <a:bodyPr/>
          <a:lstStyle/>
          <a:p>
            <a:fld id="{F521F47B-093A-4E4F-BDC5-AD799C149401}" type="slidenum">
              <a:rPr lang="en-US" smtClean="0"/>
              <a:t>‹#›</a:t>
            </a:fld>
            <a:endParaRPr lang="en-US"/>
          </a:p>
        </p:txBody>
      </p:sp>
    </p:spTree>
    <p:extLst>
      <p:ext uri="{BB962C8B-B14F-4D97-AF65-F5344CB8AC3E}">
        <p14:creationId xmlns:p14="http://schemas.microsoft.com/office/powerpoint/2010/main" val="42241835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F3407AA-0779-4B55-A703-F160058169E9}" type="datetime1">
              <a:rPr lang="en-US" smtClean="0"/>
              <a:t>12/6/2022</a:t>
            </a:fld>
            <a:endParaRPr lang="en-US"/>
          </a:p>
        </p:txBody>
      </p:sp>
      <p:sp>
        <p:nvSpPr>
          <p:cNvPr id="5" name="Footer Placeholder 4"/>
          <p:cNvSpPr>
            <a:spLocks noGrp="1"/>
          </p:cNvSpPr>
          <p:nvPr>
            <p:ph type="ftr" sz="quarter" idx="11"/>
          </p:nvPr>
        </p:nvSpPr>
        <p:spPr/>
        <p:txBody>
          <a:bodyPr/>
          <a:lstStyle/>
          <a:p>
            <a:r>
              <a:rPr lang="en-US" smtClean="0"/>
              <a:t>OS_Sitaram Pokhrel</a:t>
            </a:r>
            <a:endParaRPr lang="en-US"/>
          </a:p>
        </p:txBody>
      </p:sp>
      <p:sp>
        <p:nvSpPr>
          <p:cNvPr id="6" name="Slide Number Placeholder 5"/>
          <p:cNvSpPr>
            <a:spLocks noGrp="1"/>
          </p:cNvSpPr>
          <p:nvPr>
            <p:ph type="sldNum" sz="quarter" idx="12"/>
          </p:nvPr>
        </p:nvSpPr>
        <p:spPr/>
        <p:txBody>
          <a:bodyPr/>
          <a:lstStyle/>
          <a:p>
            <a:fld id="{F521F47B-093A-4E4F-BDC5-AD799C149401}" type="slidenum">
              <a:rPr lang="en-US" smtClean="0"/>
              <a:t>‹#›</a:t>
            </a:fld>
            <a:endParaRPr lang="en-US"/>
          </a:p>
        </p:txBody>
      </p:sp>
    </p:spTree>
    <p:extLst>
      <p:ext uri="{BB962C8B-B14F-4D97-AF65-F5344CB8AC3E}">
        <p14:creationId xmlns:p14="http://schemas.microsoft.com/office/powerpoint/2010/main" val="24720135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25DCE7-F1AD-4688-9E33-20B4EC755B0F}" type="datetime1">
              <a:rPr lang="en-US" smtClean="0"/>
              <a:t>12/6/2022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OS_Sitaram Pokhrel</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521F47B-093A-4E4F-BDC5-AD799C149401}" type="slidenum">
              <a:rPr lang="en-US" smtClean="0"/>
              <a:t>‹#›</a:t>
            </a:fld>
            <a:endParaRPr lang="en-US"/>
          </a:p>
        </p:txBody>
      </p:sp>
    </p:spTree>
    <p:extLst>
      <p:ext uri="{BB962C8B-B14F-4D97-AF65-F5344CB8AC3E}">
        <p14:creationId xmlns:p14="http://schemas.microsoft.com/office/powerpoint/2010/main" val="29130128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Unit 1: Introduction</a:t>
            </a:r>
            <a:endParaRPr lang="en-US" dirty="0"/>
          </a:p>
        </p:txBody>
      </p:sp>
      <p:sp>
        <p:nvSpPr>
          <p:cNvPr id="3" name="Footer Placeholder 2"/>
          <p:cNvSpPr>
            <a:spLocks noGrp="1"/>
          </p:cNvSpPr>
          <p:nvPr>
            <p:ph type="ftr" sz="quarter" idx="11"/>
          </p:nvPr>
        </p:nvSpPr>
        <p:spPr/>
        <p:txBody>
          <a:bodyPr/>
          <a:lstStyle/>
          <a:p>
            <a:r>
              <a:rPr lang="en-US" smtClean="0"/>
              <a:t>OS_Sitaram Pokhrel</a:t>
            </a:r>
            <a:endParaRPr lang="en-US"/>
          </a:p>
        </p:txBody>
      </p:sp>
      <p:sp>
        <p:nvSpPr>
          <p:cNvPr id="4" name="Slide Number Placeholder 3"/>
          <p:cNvSpPr>
            <a:spLocks noGrp="1"/>
          </p:cNvSpPr>
          <p:nvPr>
            <p:ph type="sldNum" sz="quarter" idx="12"/>
          </p:nvPr>
        </p:nvSpPr>
        <p:spPr/>
        <p:txBody>
          <a:bodyPr/>
          <a:lstStyle/>
          <a:p>
            <a:fld id="{F521F47B-093A-4E4F-BDC5-AD799C149401}" type="slidenum">
              <a:rPr lang="en-US" smtClean="0"/>
              <a:t>1</a:t>
            </a:fld>
            <a:endParaRPr lang="en-US"/>
          </a:p>
        </p:txBody>
      </p:sp>
    </p:spTree>
    <p:extLst>
      <p:ext uri="{BB962C8B-B14F-4D97-AF65-F5344CB8AC3E}">
        <p14:creationId xmlns:p14="http://schemas.microsoft.com/office/powerpoint/2010/main" val="202077882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Need of OS</a:t>
            </a:r>
            <a:endParaRPr lang="en-US" dirty="0"/>
          </a:p>
        </p:txBody>
      </p:sp>
      <p:sp>
        <p:nvSpPr>
          <p:cNvPr id="3" name="Content Placeholder 2"/>
          <p:cNvSpPr>
            <a:spLocks noGrp="1"/>
          </p:cNvSpPr>
          <p:nvPr>
            <p:ph idx="1"/>
          </p:nvPr>
        </p:nvSpPr>
        <p:spPr/>
        <p:txBody>
          <a:bodyPr/>
          <a:lstStyle/>
          <a:p>
            <a:r>
              <a:rPr lang="zh-CN" altLang="en-US" dirty="0" smtClean="0">
                <a:latin typeface="Arial" panose="020B0604020202020204" pitchFamily="34" charset="0"/>
                <a:ea typeface="宋体" panose="02010600030101010101" pitchFamily="2" charset="-122"/>
              </a:rPr>
              <a:t>A </a:t>
            </a:r>
            <a:r>
              <a:rPr lang="en-US" altLang="zh-CN" dirty="0" smtClean="0">
                <a:latin typeface="Arial" panose="020B0604020202020204" pitchFamily="34" charset="0"/>
                <a:ea typeface="宋体" panose="02010600030101010101" pitchFamily="2" charset="-122"/>
              </a:rPr>
              <a:t>modern computer is a complex system and so It’s impossible for every application programmer to understand how all these thing work in detail. </a:t>
            </a:r>
          </a:p>
          <a:p>
            <a:r>
              <a:rPr lang="en-US" altLang="zh-CN" dirty="0" smtClean="0">
                <a:latin typeface="Arial" panose="020B0604020202020204" pitchFamily="34" charset="0"/>
                <a:ea typeface="宋体" panose="02010600030101010101" pitchFamily="2" charset="-122"/>
              </a:rPr>
              <a:t>Managing all these components and using them optimally is an exceedingly challenging job. </a:t>
            </a:r>
          </a:p>
          <a:p>
            <a:r>
              <a:rPr lang="en-US" altLang="zh-CN" dirty="0">
                <a:latin typeface="Arial" panose="020B0604020202020204" pitchFamily="34" charset="0"/>
                <a:ea typeface="宋体" panose="02010600030101010101" pitchFamily="2" charset="-122"/>
              </a:rPr>
              <a:t>T</a:t>
            </a:r>
            <a:r>
              <a:rPr lang="en-US" altLang="zh-CN" dirty="0" smtClean="0">
                <a:latin typeface="Arial" panose="020B0604020202020204" pitchFamily="34" charset="0"/>
                <a:ea typeface="宋体" panose="02010600030101010101" pitchFamily="2" charset="-122"/>
              </a:rPr>
              <a:t>herefore, OS is introduced to provide user programs with a better, simpler, cleaner model of the computer and handle all the resources.</a:t>
            </a:r>
          </a:p>
          <a:p>
            <a:r>
              <a:rPr lang="en-US" altLang="zh-CN" dirty="0" smtClean="0">
                <a:latin typeface="Arial" panose="020B0604020202020204" pitchFamily="34" charset="0"/>
                <a:ea typeface="宋体" panose="02010600030101010101" pitchFamily="2" charset="-122"/>
              </a:rPr>
              <a:t>User uses various kinds of OS depending on the type of system.</a:t>
            </a:r>
            <a:endParaRPr lang="zh-CN" altLang="zh-CN" dirty="0" smtClean="0">
              <a:latin typeface="Arial" panose="020B0604020202020204" pitchFamily="34" charset="0"/>
              <a:ea typeface="宋体" panose="02010600030101010101" pitchFamily="2" charset="-122"/>
            </a:endParaRPr>
          </a:p>
        </p:txBody>
      </p:sp>
      <p:sp>
        <p:nvSpPr>
          <p:cNvPr id="4" name="Footer Placeholder 3"/>
          <p:cNvSpPr>
            <a:spLocks noGrp="1"/>
          </p:cNvSpPr>
          <p:nvPr>
            <p:ph type="ftr" sz="quarter" idx="11"/>
          </p:nvPr>
        </p:nvSpPr>
        <p:spPr/>
        <p:txBody>
          <a:bodyPr/>
          <a:lstStyle/>
          <a:p>
            <a:r>
              <a:rPr lang="en-US" smtClean="0"/>
              <a:t>OS_Sitaram Pokhrel</a:t>
            </a:r>
            <a:endParaRPr lang="en-US"/>
          </a:p>
        </p:txBody>
      </p:sp>
      <p:sp>
        <p:nvSpPr>
          <p:cNvPr id="5" name="Slide Number Placeholder 4"/>
          <p:cNvSpPr>
            <a:spLocks noGrp="1"/>
          </p:cNvSpPr>
          <p:nvPr>
            <p:ph type="sldNum" sz="quarter" idx="12"/>
          </p:nvPr>
        </p:nvSpPr>
        <p:spPr/>
        <p:txBody>
          <a:bodyPr/>
          <a:lstStyle/>
          <a:p>
            <a:fld id="{F521F47B-093A-4E4F-BDC5-AD799C149401}" type="slidenum">
              <a:rPr lang="en-US" smtClean="0"/>
              <a:t>2</a:t>
            </a:fld>
            <a:endParaRPr lang="en-US"/>
          </a:p>
        </p:txBody>
      </p:sp>
    </p:spTree>
    <p:extLst>
      <p:ext uri="{BB962C8B-B14F-4D97-AF65-F5344CB8AC3E}">
        <p14:creationId xmlns:p14="http://schemas.microsoft.com/office/powerpoint/2010/main" val="109516370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1.1. Operating System and Function</a:t>
            </a:r>
            <a:endParaRPr lang="en-US" dirty="0"/>
          </a:p>
        </p:txBody>
      </p:sp>
      <p:sp>
        <p:nvSpPr>
          <p:cNvPr id="3" name="Content Placeholder 2"/>
          <p:cNvSpPr>
            <a:spLocks noGrp="1"/>
          </p:cNvSpPr>
          <p:nvPr>
            <p:ph idx="1"/>
          </p:nvPr>
        </p:nvSpPr>
        <p:spPr/>
        <p:txBody>
          <a:bodyPr/>
          <a:lstStyle/>
          <a:p>
            <a:pPr algn="just"/>
            <a:r>
              <a:rPr lang="en-US" dirty="0"/>
              <a:t>An Operating System (OS) is an interface between a computer user and computer hardware. </a:t>
            </a:r>
            <a:endParaRPr lang="en-US" dirty="0" smtClean="0"/>
          </a:p>
          <a:p>
            <a:pPr algn="just"/>
            <a:r>
              <a:rPr lang="en-US" dirty="0" smtClean="0"/>
              <a:t>OS </a:t>
            </a:r>
            <a:r>
              <a:rPr lang="en-US" dirty="0"/>
              <a:t>is a software which performs all the basic tasks like file management, memory management, process management, handling input and output, and controlling peripheral devices such as disk drives and printers</a:t>
            </a:r>
            <a:r>
              <a:rPr lang="en-US" dirty="0" smtClean="0"/>
              <a:t>.</a:t>
            </a:r>
          </a:p>
          <a:p>
            <a:pPr algn="just"/>
            <a:r>
              <a:rPr lang="en-US" dirty="0" smtClean="0"/>
              <a:t>In general, it </a:t>
            </a:r>
            <a:r>
              <a:rPr lang="en-US" dirty="0"/>
              <a:t>is a program that acts as an interface between the user and the computer hardware and controls the execution of all kinds of programs.</a:t>
            </a:r>
          </a:p>
        </p:txBody>
      </p:sp>
      <p:sp>
        <p:nvSpPr>
          <p:cNvPr id="4" name="Footer Placeholder 3"/>
          <p:cNvSpPr>
            <a:spLocks noGrp="1"/>
          </p:cNvSpPr>
          <p:nvPr>
            <p:ph type="ftr" sz="quarter" idx="11"/>
          </p:nvPr>
        </p:nvSpPr>
        <p:spPr/>
        <p:txBody>
          <a:bodyPr/>
          <a:lstStyle/>
          <a:p>
            <a:r>
              <a:rPr lang="en-US" smtClean="0"/>
              <a:t>OS_Sitaram Pokhrel</a:t>
            </a:r>
            <a:endParaRPr lang="en-US"/>
          </a:p>
        </p:txBody>
      </p:sp>
      <p:sp>
        <p:nvSpPr>
          <p:cNvPr id="5" name="Slide Number Placeholder 4"/>
          <p:cNvSpPr>
            <a:spLocks noGrp="1"/>
          </p:cNvSpPr>
          <p:nvPr>
            <p:ph type="sldNum" sz="quarter" idx="12"/>
          </p:nvPr>
        </p:nvSpPr>
        <p:spPr/>
        <p:txBody>
          <a:bodyPr/>
          <a:lstStyle/>
          <a:p>
            <a:fld id="{F521F47B-093A-4E4F-BDC5-AD799C149401}" type="slidenum">
              <a:rPr lang="en-US" smtClean="0"/>
              <a:t>3</a:t>
            </a:fld>
            <a:endParaRPr lang="en-US"/>
          </a:p>
        </p:txBody>
      </p:sp>
    </p:spTree>
    <p:extLst>
      <p:ext uri="{BB962C8B-B14F-4D97-AF65-F5344CB8AC3E}">
        <p14:creationId xmlns:p14="http://schemas.microsoft.com/office/powerpoint/2010/main" val="365855270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Operating System and Function</a:t>
            </a:r>
            <a:endParaRPr lang="en-US" dirty="0"/>
          </a:p>
        </p:txBody>
      </p:sp>
      <p:pic>
        <p:nvPicPr>
          <p:cNvPr id="5" name="Picture 4" descr="01-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5575" y="2092453"/>
            <a:ext cx="6800850" cy="378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Footer Placeholder 2"/>
          <p:cNvSpPr>
            <a:spLocks noGrp="1"/>
          </p:cNvSpPr>
          <p:nvPr>
            <p:ph type="ftr" sz="quarter" idx="11"/>
          </p:nvPr>
        </p:nvSpPr>
        <p:spPr/>
        <p:txBody>
          <a:bodyPr/>
          <a:lstStyle/>
          <a:p>
            <a:r>
              <a:rPr lang="en-US" smtClean="0"/>
              <a:t>OS_Sitaram Pokhrel</a:t>
            </a:r>
            <a:endParaRPr lang="en-US"/>
          </a:p>
        </p:txBody>
      </p:sp>
      <p:sp>
        <p:nvSpPr>
          <p:cNvPr id="4" name="Slide Number Placeholder 3"/>
          <p:cNvSpPr>
            <a:spLocks noGrp="1"/>
          </p:cNvSpPr>
          <p:nvPr>
            <p:ph type="sldNum" sz="quarter" idx="12"/>
          </p:nvPr>
        </p:nvSpPr>
        <p:spPr/>
        <p:txBody>
          <a:bodyPr/>
          <a:lstStyle/>
          <a:p>
            <a:fld id="{F521F47B-093A-4E4F-BDC5-AD799C149401}" type="slidenum">
              <a:rPr lang="en-US" smtClean="0"/>
              <a:t>4</a:t>
            </a:fld>
            <a:endParaRPr lang="en-US"/>
          </a:p>
        </p:txBody>
      </p:sp>
    </p:spTree>
    <p:extLst>
      <p:ext uri="{BB962C8B-B14F-4D97-AF65-F5344CB8AC3E}">
        <p14:creationId xmlns:p14="http://schemas.microsoft.com/office/powerpoint/2010/main" val="333093987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Functions of OS</a:t>
            </a:r>
            <a:endParaRPr lang="en-US" dirty="0"/>
          </a:p>
        </p:txBody>
      </p:sp>
      <p:sp>
        <p:nvSpPr>
          <p:cNvPr id="3" name="Content Placeholder 2"/>
          <p:cNvSpPr>
            <a:spLocks noGrp="1"/>
          </p:cNvSpPr>
          <p:nvPr>
            <p:ph idx="1"/>
          </p:nvPr>
        </p:nvSpPr>
        <p:spPr/>
        <p:txBody>
          <a:bodyPr/>
          <a:lstStyle/>
          <a:p>
            <a:r>
              <a:rPr lang="en-US" altLang="en-US" dirty="0" smtClean="0"/>
              <a:t>Manages the allocation of main memory to specific jobs.</a:t>
            </a:r>
          </a:p>
          <a:p>
            <a:r>
              <a:rPr lang="en-US" altLang="en-US" dirty="0" smtClean="0"/>
              <a:t>Manages the storage and retrieval of data from disks.</a:t>
            </a:r>
          </a:p>
          <a:p>
            <a:r>
              <a:rPr lang="en-US" altLang="en-US" dirty="0" smtClean="0"/>
              <a:t>Manages input to the output from computer system.</a:t>
            </a:r>
          </a:p>
          <a:p>
            <a:r>
              <a:rPr lang="en-US" altLang="en-US" dirty="0" smtClean="0"/>
              <a:t>Easy interaction between users and computers.</a:t>
            </a:r>
          </a:p>
          <a:p>
            <a:r>
              <a:rPr lang="en-US" altLang="en-US" dirty="0" smtClean="0"/>
              <a:t>Invoking programming language translator programs when necessary.</a:t>
            </a:r>
          </a:p>
          <a:p>
            <a:r>
              <a:rPr lang="en-US" altLang="en-US" dirty="0" smtClean="0"/>
              <a:t>Providing security to user jobs and files.</a:t>
            </a:r>
          </a:p>
          <a:p>
            <a:r>
              <a:rPr lang="en-US" altLang="en-US" dirty="0" smtClean="0"/>
              <a:t>Maintain internal time clock and log off system usage for all users.</a:t>
            </a:r>
          </a:p>
        </p:txBody>
      </p:sp>
      <p:sp>
        <p:nvSpPr>
          <p:cNvPr id="4" name="Footer Placeholder 3"/>
          <p:cNvSpPr>
            <a:spLocks noGrp="1"/>
          </p:cNvSpPr>
          <p:nvPr>
            <p:ph type="ftr" sz="quarter" idx="11"/>
          </p:nvPr>
        </p:nvSpPr>
        <p:spPr/>
        <p:txBody>
          <a:bodyPr/>
          <a:lstStyle/>
          <a:p>
            <a:r>
              <a:rPr lang="en-US" smtClean="0"/>
              <a:t>OS_Sitaram Pokhrel</a:t>
            </a:r>
            <a:endParaRPr lang="en-US"/>
          </a:p>
        </p:txBody>
      </p:sp>
      <p:sp>
        <p:nvSpPr>
          <p:cNvPr id="5" name="Slide Number Placeholder 4"/>
          <p:cNvSpPr>
            <a:spLocks noGrp="1"/>
          </p:cNvSpPr>
          <p:nvPr>
            <p:ph type="sldNum" sz="quarter" idx="12"/>
          </p:nvPr>
        </p:nvSpPr>
        <p:spPr/>
        <p:txBody>
          <a:bodyPr/>
          <a:lstStyle/>
          <a:p>
            <a:fld id="{F521F47B-093A-4E4F-BDC5-AD799C149401}" type="slidenum">
              <a:rPr lang="en-US" smtClean="0"/>
              <a:t>5</a:t>
            </a:fld>
            <a:endParaRPr lang="en-US"/>
          </a:p>
        </p:txBody>
      </p:sp>
    </p:spTree>
    <p:extLst>
      <p:ext uri="{BB962C8B-B14F-4D97-AF65-F5344CB8AC3E}">
        <p14:creationId xmlns:p14="http://schemas.microsoft.com/office/powerpoint/2010/main" val="412252360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Functions of OS</a:t>
            </a:r>
            <a:endParaRPr lang="en-US" dirty="0"/>
          </a:p>
        </p:txBody>
      </p:sp>
      <p:sp>
        <p:nvSpPr>
          <p:cNvPr id="3" name="Content Placeholder 2"/>
          <p:cNvSpPr>
            <a:spLocks noGrp="1"/>
          </p:cNvSpPr>
          <p:nvPr>
            <p:ph idx="1"/>
          </p:nvPr>
        </p:nvSpPr>
        <p:spPr/>
        <p:txBody>
          <a:bodyPr>
            <a:normAutofit fontScale="92500" lnSpcReduction="10000"/>
          </a:bodyPr>
          <a:lstStyle/>
          <a:p>
            <a:r>
              <a:rPr lang="en-US" b="1" dirty="0"/>
              <a:t>Security</a:t>
            </a:r>
            <a:r>
              <a:rPr lang="en-US" dirty="0"/>
              <a:t> − By means of password and similar other techniques, it prevents unauthorized access to programs and data.</a:t>
            </a:r>
          </a:p>
          <a:p>
            <a:r>
              <a:rPr lang="en-US" b="1" dirty="0"/>
              <a:t>Control over system performance</a:t>
            </a:r>
            <a:r>
              <a:rPr lang="en-US" dirty="0"/>
              <a:t> − Recording delays between request for a service and response from the system.</a:t>
            </a:r>
          </a:p>
          <a:p>
            <a:r>
              <a:rPr lang="en-US" b="1" dirty="0"/>
              <a:t>Job accounting</a:t>
            </a:r>
            <a:r>
              <a:rPr lang="en-US" dirty="0"/>
              <a:t> − Keeping track of time and resources used by various jobs and users.</a:t>
            </a:r>
          </a:p>
          <a:p>
            <a:r>
              <a:rPr lang="en-US" b="1" dirty="0"/>
              <a:t>Error detecting aids</a:t>
            </a:r>
            <a:r>
              <a:rPr lang="en-US" dirty="0"/>
              <a:t> − Production of dumps, traces, error messages, and other debugging and error detecting aids.</a:t>
            </a:r>
          </a:p>
          <a:p>
            <a:r>
              <a:rPr lang="en-US" b="1" dirty="0"/>
              <a:t>Coordination between other </a:t>
            </a:r>
            <a:r>
              <a:rPr lang="en-US" b="1" dirty="0" err="1" smtClean="0"/>
              <a:t>softwares</a:t>
            </a:r>
            <a:r>
              <a:rPr lang="en-US" b="1" dirty="0" smtClean="0"/>
              <a:t> </a:t>
            </a:r>
            <a:r>
              <a:rPr lang="en-US" b="1" dirty="0"/>
              <a:t>and users</a:t>
            </a:r>
            <a:r>
              <a:rPr lang="en-US" dirty="0"/>
              <a:t> − Coordination and assignment of compilers, interpreters, assemblers and other software to the various users of the computer systems.</a:t>
            </a:r>
          </a:p>
        </p:txBody>
      </p:sp>
      <p:sp>
        <p:nvSpPr>
          <p:cNvPr id="4" name="Footer Placeholder 3"/>
          <p:cNvSpPr>
            <a:spLocks noGrp="1"/>
          </p:cNvSpPr>
          <p:nvPr>
            <p:ph type="ftr" sz="quarter" idx="11"/>
          </p:nvPr>
        </p:nvSpPr>
        <p:spPr/>
        <p:txBody>
          <a:bodyPr/>
          <a:lstStyle/>
          <a:p>
            <a:r>
              <a:rPr lang="en-US" smtClean="0"/>
              <a:t>OS_Sitaram Pokhrel</a:t>
            </a:r>
            <a:endParaRPr lang="en-US"/>
          </a:p>
        </p:txBody>
      </p:sp>
      <p:sp>
        <p:nvSpPr>
          <p:cNvPr id="5" name="Slide Number Placeholder 4"/>
          <p:cNvSpPr>
            <a:spLocks noGrp="1"/>
          </p:cNvSpPr>
          <p:nvPr>
            <p:ph type="sldNum" sz="quarter" idx="12"/>
          </p:nvPr>
        </p:nvSpPr>
        <p:spPr/>
        <p:txBody>
          <a:bodyPr/>
          <a:lstStyle/>
          <a:p>
            <a:fld id="{F521F47B-093A-4E4F-BDC5-AD799C149401}" type="slidenum">
              <a:rPr lang="en-US" smtClean="0"/>
              <a:t>6</a:t>
            </a:fld>
            <a:endParaRPr lang="en-US"/>
          </a:p>
        </p:txBody>
      </p:sp>
    </p:spTree>
    <p:extLst>
      <p:ext uri="{BB962C8B-B14F-4D97-AF65-F5344CB8AC3E}">
        <p14:creationId xmlns:p14="http://schemas.microsoft.com/office/powerpoint/2010/main" val="308484251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Views of OS</a:t>
            </a:r>
            <a:endParaRPr lang="en-US" dirty="0"/>
          </a:p>
        </p:txBody>
      </p:sp>
      <p:sp>
        <p:nvSpPr>
          <p:cNvPr id="3" name="Content Placeholder 2"/>
          <p:cNvSpPr>
            <a:spLocks noGrp="1"/>
          </p:cNvSpPr>
          <p:nvPr>
            <p:ph idx="1"/>
          </p:nvPr>
        </p:nvSpPr>
        <p:spPr/>
        <p:txBody>
          <a:bodyPr/>
          <a:lstStyle/>
          <a:p>
            <a:r>
              <a:rPr lang="en-US" dirty="0" smtClean="0"/>
              <a:t>OS as resource manager</a:t>
            </a:r>
          </a:p>
          <a:p>
            <a:r>
              <a:rPr lang="en-US" dirty="0" smtClean="0"/>
              <a:t>OS as extended machine</a:t>
            </a:r>
            <a:endParaRPr lang="en-US" dirty="0"/>
          </a:p>
        </p:txBody>
      </p:sp>
      <p:sp>
        <p:nvSpPr>
          <p:cNvPr id="4" name="Footer Placeholder 3"/>
          <p:cNvSpPr>
            <a:spLocks noGrp="1"/>
          </p:cNvSpPr>
          <p:nvPr>
            <p:ph type="ftr" sz="quarter" idx="11"/>
          </p:nvPr>
        </p:nvSpPr>
        <p:spPr/>
        <p:txBody>
          <a:bodyPr/>
          <a:lstStyle/>
          <a:p>
            <a:r>
              <a:rPr lang="en-US" smtClean="0"/>
              <a:t>OS_Sitaram Pokhrel</a:t>
            </a:r>
            <a:endParaRPr lang="en-US"/>
          </a:p>
        </p:txBody>
      </p:sp>
      <p:sp>
        <p:nvSpPr>
          <p:cNvPr id="5" name="Slide Number Placeholder 4"/>
          <p:cNvSpPr>
            <a:spLocks noGrp="1"/>
          </p:cNvSpPr>
          <p:nvPr>
            <p:ph type="sldNum" sz="quarter" idx="12"/>
          </p:nvPr>
        </p:nvSpPr>
        <p:spPr/>
        <p:txBody>
          <a:bodyPr/>
          <a:lstStyle/>
          <a:p>
            <a:fld id="{F521F47B-093A-4E4F-BDC5-AD799C149401}" type="slidenum">
              <a:rPr lang="en-US" smtClean="0"/>
              <a:t>7</a:t>
            </a:fld>
            <a:endParaRPr lang="en-US"/>
          </a:p>
        </p:txBody>
      </p:sp>
    </p:spTree>
    <p:extLst>
      <p:ext uri="{BB962C8B-B14F-4D97-AF65-F5344CB8AC3E}">
        <p14:creationId xmlns:p14="http://schemas.microsoft.com/office/powerpoint/2010/main" val="43407820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OS as resource manager and Extended machine</a:t>
            </a:r>
            <a:endParaRPr lang="en-US" dirty="0"/>
          </a:p>
        </p:txBody>
      </p:sp>
      <p:pic>
        <p:nvPicPr>
          <p:cNvPr id="4" name="Picture 3" descr="01-0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75164" y="2405060"/>
            <a:ext cx="6911686" cy="357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Footer Placeholder 2"/>
          <p:cNvSpPr>
            <a:spLocks noGrp="1"/>
          </p:cNvSpPr>
          <p:nvPr>
            <p:ph type="ftr" sz="quarter" idx="11"/>
          </p:nvPr>
        </p:nvSpPr>
        <p:spPr/>
        <p:txBody>
          <a:bodyPr/>
          <a:lstStyle/>
          <a:p>
            <a:r>
              <a:rPr lang="en-US" smtClean="0"/>
              <a:t>OS_Sitaram Pokhrel</a:t>
            </a:r>
            <a:endParaRPr lang="en-US"/>
          </a:p>
        </p:txBody>
      </p:sp>
      <p:sp>
        <p:nvSpPr>
          <p:cNvPr id="5" name="Slide Number Placeholder 4"/>
          <p:cNvSpPr>
            <a:spLocks noGrp="1"/>
          </p:cNvSpPr>
          <p:nvPr>
            <p:ph type="sldNum" sz="quarter" idx="12"/>
          </p:nvPr>
        </p:nvSpPr>
        <p:spPr/>
        <p:txBody>
          <a:bodyPr/>
          <a:lstStyle/>
          <a:p>
            <a:fld id="{F521F47B-093A-4E4F-BDC5-AD799C149401}" type="slidenum">
              <a:rPr lang="en-US" smtClean="0"/>
              <a:t>8</a:t>
            </a:fld>
            <a:endParaRPr lang="en-US"/>
          </a:p>
        </p:txBody>
      </p:sp>
    </p:spTree>
    <p:extLst>
      <p:ext uri="{BB962C8B-B14F-4D97-AF65-F5344CB8AC3E}">
        <p14:creationId xmlns:p14="http://schemas.microsoft.com/office/powerpoint/2010/main" val="356413530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OS as resource manager</a:t>
            </a:r>
            <a:endParaRPr lang="en-US" dirty="0"/>
          </a:p>
        </p:txBody>
      </p:sp>
      <p:sp>
        <p:nvSpPr>
          <p:cNvPr id="3" name="Content Placeholder 2"/>
          <p:cNvSpPr>
            <a:spLocks noGrp="1"/>
          </p:cNvSpPr>
          <p:nvPr>
            <p:ph idx="1"/>
          </p:nvPr>
        </p:nvSpPr>
        <p:spPr/>
        <p:txBody>
          <a:bodyPr/>
          <a:lstStyle/>
          <a:p>
            <a:r>
              <a:rPr lang="en-US" altLang="zh-CN" dirty="0" smtClean="0">
                <a:latin typeface="Arial" panose="020B0604020202020204" pitchFamily="34" charset="0"/>
                <a:ea typeface="宋体" panose="02010600030101010101" pitchFamily="2" charset="-122"/>
              </a:rPr>
              <a:t>Allows multiple </a:t>
            </a:r>
            <a:r>
              <a:rPr lang="en-US" altLang="zh-CN" dirty="0">
                <a:latin typeface="Arial" panose="020B0604020202020204" pitchFamily="34" charset="0"/>
                <a:ea typeface="宋体" panose="02010600030101010101" pitchFamily="2" charset="-122"/>
              </a:rPr>
              <a:t>programs to run at the same </a:t>
            </a:r>
            <a:r>
              <a:rPr lang="en-US" altLang="zh-CN" dirty="0" smtClean="0">
                <a:latin typeface="Arial" panose="020B0604020202020204" pitchFamily="34" charset="0"/>
                <a:ea typeface="宋体" panose="02010600030101010101" pitchFamily="2" charset="-122"/>
              </a:rPr>
              <a:t>time</a:t>
            </a:r>
          </a:p>
          <a:p>
            <a:r>
              <a:rPr lang="en-US" altLang="zh-CN" dirty="0" smtClean="0">
                <a:latin typeface="Arial" panose="020B0604020202020204" pitchFamily="34" charset="0"/>
                <a:ea typeface="宋体" panose="02010600030101010101" pitchFamily="2" charset="-122"/>
              </a:rPr>
              <a:t>Manage </a:t>
            </a:r>
            <a:r>
              <a:rPr lang="en-US" altLang="zh-CN" dirty="0">
                <a:latin typeface="Arial" panose="020B0604020202020204" pitchFamily="34" charset="0"/>
                <a:ea typeface="宋体" panose="02010600030101010101" pitchFamily="2" charset="-122"/>
              </a:rPr>
              <a:t>and protect memory, I/O devices, and other </a:t>
            </a:r>
            <a:r>
              <a:rPr lang="en-US" altLang="zh-CN" dirty="0" smtClean="0">
                <a:latin typeface="Arial" panose="020B0604020202020204" pitchFamily="34" charset="0"/>
                <a:ea typeface="宋体" panose="02010600030101010101" pitchFamily="2" charset="-122"/>
              </a:rPr>
              <a:t>resources</a:t>
            </a:r>
          </a:p>
          <a:p>
            <a:r>
              <a:rPr lang="en-US" altLang="zh-CN" dirty="0" smtClean="0">
                <a:cs typeface="等线"/>
              </a:rPr>
              <a:t>Modern OS runs multiple programs of multiple users at the same time</a:t>
            </a:r>
          </a:p>
          <a:p>
            <a:pPr lvl="1"/>
            <a:r>
              <a:rPr lang="en-US" altLang="zh-CN" dirty="0" smtClean="0">
                <a:cs typeface="等线"/>
              </a:rPr>
              <a:t>Imagine what would happen if several programs want to print at the same time?</a:t>
            </a:r>
          </a:p>
          <a:p>
            <a:pPr lvl="1"/>
            <a:r>
              <a:rPr lang="en-US" altLang="zh-CN" dirty="0" smtClean="0">
                <a:cs typeface="等线"/>
              </a:rPr>
              <a:t>How to account the resource usage of each process?</a:t>
            </a:r>
          </a:p>
          <a:p>
            <a:pPr lvl="1"/>
            <a:r>
              <a:rPr lang="en-US" altLang="zh-CN" dirty="0" smtClean="0">
                <a:cs typeface="等线"/>
              </a:rPr>
              <a:t>Resources can be multiplexed:</a:t>
            </a:r>
          </a:p>
          <a:p>
            <a:pPr lvl="2"/>
            <a:r>
              <a:rPr lang="en-US" altLang="zh-CN" dirty="0" smtClean="0">
                <a:cs typeface="等线"/>
              </a:rPr>
              <a:t>How to ensure fairness and efficiency? </a:t>
            </a:r>
          </a:p>
          <a:p>
            <a:endParaRPr lang="en-US" dirty="0"/>
          </a:p>
        </p:txBody>
      </p:sp>
      <p:sp>
        <p:nvSpPr>
          <p:cNvPr id="4" name="Footer Placeholder 3"/>
          <p:cNvSpPr>
            <a:spLocks noGrp="1"/>
          </p:cNvSpPr>
          <p:nvPr>
            <p:ph type="ftr" sz="quarter" idx="11"/>
          </p:nvPr>
        </p:nvSpPr>
        <p:spPr/>
        <p:txBody>
          <a:bodyPr/>
          <a:lstStyle/>
          <a:p>
            <a:r>
              <a:rPr lang="en-US" smtClean="0"/>
              <a:t>OS_Sitaram Pokhrel</a:t>
            </a:r>
            <a:endParaRPr lang="en-US"/>
          </a:p>
        </p:txBody>
      </p:sp>
      <p:sp>
        <p:nvSpPr>
          <p:cNvPr id="5" name="Slide Number Placeholder 4"/>
          <p:cNvSpPr>
            <a:spLocks noGrp="1"/>
          </p:cNvSpPr>
          <p:nvPr>
            <p:ph type="sldNum" sz="quarter" idx="12"/>
          </p:nvPr>
        </p:nvSpPr>
        <p:spPr/>
        <p:txBody>
          <a:bodyPr/>
          <a:lstStyle/>
          <a:p>
            <a:fld id="{F521F47B-093A-4E4F-BDC5-AD799C149401}" type="slidenum">
              <a:rPr lang="en-US" smtClean="0"/>
              <a:t>9</a:t>
            </a:fld>
            <a:endParaRPr lang="en-US"/>
          </a:p>
        </p:txBody>
      </p:sp>
    </p:spTree>
    <p:extLst>
      <p:ext uri="{BB962C8B-B14F-4D97-AF65-F5344CB8AC3E}">
        <p14:creationId xmlns:p14="http://schemas.microsoft.com/office/powerpoint/2010/main" val="190535000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OS as Extended machine</a:t>
            </a:r>
            <a:endParaRPr lang="en-US" dirty="0"/>
          </a:p>
        </p:txBody>
      </p:sp>
      <p:sp>
        <p:nvSpPr>
          <p:cNvPr id="3" name="Content Placeholder 2"/>
          <p:cNvSpPr>
            <a:spLocks noGrp="1"/>
          </p:cNvSpPr>
          <p:nvPr>
            <p:ph idx="1"/>
          </p:nvPr>
        </p:nvSpPr>
        <p:spPr/>
        <p:txBody>
          <a:bodyPr/>
          <a:lstStyle/>
          <a:p>
            <a:r>
              <a:rPr lang="en-US" altLang="zh-CN" dirty="0" smtClean="0">
                <a:cs typeface="等线"/>
              </a:rPr>
              <a:t>Abstraction:</a:t>
            </a:r>
          </a:p>
          <a:p>
            <a:pPr lvl="1"/>
            <a:r>
              <a:rPr lang="en-US" altLang="zh-CN" dirty="0" smtClean="0">
                <a:cs typeface="等线"/>
              </a:rPr>
              <a:t>CPU—process</a:t>
            </a:r>
          </a:p>
          <a:p>
            <a:pPr lvl="1"/>
            <a:r>
              <a:rPr lang="en-US" altLang="zh-CN" dirty="0" smtClean="0">
                <a:cs typeface="等线"/>
              </a:rPr>
              <a:t>Storage –- files</a:t>
            </a:r>
          </a:p>
          <a:p>
            <a:pPr lvl="1"/>
            <a:r>
              <a:rPr lang="en-US" altLang="zh-CN" dirty="0" smtClean="0">
                <a:cs typeface="等线"/>
              </a:rPr>
              <a:t>Memory– address space</a:t>
            </a:r>
          </a:p>
          <a:p>
            <a:pPr lvl="1"/>
            <a:endParaRPr lang="en-US" altLang="zh-CN" dirty="0" smtClean="0">
              <a:cs typeface="等线"/>
            </a:endParaRPr>
          </a:p>
          <a:p>
            <a:r>
              <a:rPr lang="en-US" altLang="zh-CN" dirty="0" smtClean="0">
                <a:cs typeface="等线"/>
              </a:rPr>
              <a:t>4 types of people:</a:t>
            </a:r>
          </a:p>
          <a:p>
            <a:pPr lvl="1"/>
            <a:r>
              <a:rPr lang="en-US" altLang="zh-CN" dirty="0" smtClean="0">
                <a:cs typeface="等线"/>
              </a:rPr>
              <a:t>Industrial engineer: design hardware</a:t>
            </a:r>
          </a:p>
          <a:p>
            <a:pPr lvl="1"/>
            <a:r>
              <a:rPr lang="en-US" altLang="zh-CN" dirty="0" smtClean="0">
                <a:cs typeface="等线"/>
              </a:rPr>
              <a:t>Kernel designer</a:t>
            </a:r>
          </a:p>
          <a:p>
            <a:pPr lvl="1"/>
            <a:r>
              <a:rPr lang="en-US" altLang="zh-CN" dirty="0" smtClean="0">
                <a:cs typeface="等线"/>
              </a:rPr>
              <a:t>Application programmer: OS’s user</a:t>
            </a:r>
          </a:p>
          <a:p>
            <a:pPr lvl="1"/>
            <a:r>
              <a:rPr lang="en-US" altLang="zh-CN" dirty="0" smtClean="0">
                <a:cs typeface="等线"/>
              </a:rPr>
              <a:t>End users</a:t>
            </a:r>
          </a:p>
        </p:txBody>
      </p:sp>
      <p:sp>
        <p:nvSpPr>
          <p:cNvPr id="4" name="Footer Placeholder 3"/>
          <p:cNvSpPr>
            <a:spLocks noGrp="1"/>
          </p:cNvSpPr>
          <p:nvPr>
            <p:ph type="ftr" sz="quarter" idx="11"/>
          </p:nvPr>
        </p:nvSpPr>
        <p:spPr/>
        <p:txBody>
          <a:bodyPr/>
          <a:lstStyle/>
          <a:p>
            <a:r>
              <a:rPr lang="en-US" smtClean="0"/>
              <a:t>OS_Sitaram Pokhrel</a:t>
            </a:r>
            <a:endParaRPr lang="en-US"/>
          </a:p>
        </p:txBody>
      </p:sp>
      <p:sp>
        <p:nvSpPr>
          <p:cNvPr id="5" name="Slide Number Placeholder 4"/>
          <p:cNvSpPr>
            <a:spLocks noGrp="1"/>
          </p:cNvSpPr>
          <p:nvPr>
            <p:ph type="sldNum" sz="quarter" idx="12"/>
          </p:nvPr>
        </p:nvSpPr>
        <p:spPr/>
        <p:txBody>
          <a:bodyPr/>
          <a:lstStyle/>
          <a:p>
            <a:fld id="{F521F47B-093A-4E4F-BDC5-AD799C149401}" type="slidenum">
              <a:rPr lang="en-US" smtClean="0"/>
              <a:t>10</a:t>
            </a:fld>
            <a:endParaRPr lang="en-US"/>
          </a:p>
        </p:txBody>
      </p:sp>
    </p:spTree>
    <p:extLst>
      <p:ext uri="{BB962C8B-B14F-4D97-AF65-F5344CB8AC3E}">
        <p14:creationId xmlns:p14="http://schemas.microsoft.com/office/powerpoint/2010/main" val="251841228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1.2 Evolution of OS</a:t>
            </a:r>
            <a:endParaRPr lang="en-US" dirty="0"/>
          </a:p>
        </p:txBody>
      </p:sp>
      <p:sp>
        <p:nvSpPr>
          <p:cNvPr id="3" name="Content Placeholder 2"/>
          <p:cNvSpPr>
            <a:spLocks noGrp="1"/>
          </p:cNvSpPr>
          <p:nvPr>
            <p:ph idx="1"/>
          </p:nvPr>
        </p:nvSpPr>
        <p:spPr/>
        <p:txBody>
          <a:bodyPr/>
          <a:lstStyle/>
          <a:p>
            <a:r>
              <a:rPr lang="en-US" dirty="0"/>
              <a:t>The evolution of operating systems is directly dependent on the development of computer systems and how users use them</a:t>
            </a:r>
            <a:r>
              <a:rPr lang="en-US" dirty="0" smtClean="0"/>
              <a:t>.</a:t>
            </a:r>
          </a:p>
          <a:p>
            <a:r>
              <a:rPr lang="en-US" dirty="0" smtClean="0"/>
              <a:t>Late 1950’s:-able to perform </a:t>
            </a:r>
            <a:r>
              <a:rPr lang="en-US" b="1" dirty="0" smtClean="0"/>
              <a:t>Single </a:t>
            </a:r>
            <a:r>
              <a:rPr lang="en-US" b="1" dirty="0"/>
              <a:t>stream batch </a:t>
            </a:r>
            <a:r>
              <a:rPr lang="en-US" b="1" dirty="0" smtClean="0"/>
              <a:t>processing, </a:t>
            </a:r>
            <a:r>
              <a:rPr lang="en-US" dirty="0"/>
              <a:t> use Common, standardized, input/output routines for device </a:t>
            </a:r>
            <a:r>
              <a:rPr lang="en-US" dirty="0" smtClean="0"/>
              <a:t>access, program </a:t>
            </a:r>
            <a:r>
              <a:rPr lang="en-US" dirty="0"/>
              <a:t>transition capabilities to reduce the overhead of starting a new job was </a:t>
            </a:r>
            <a:r>
              <a:rPr lang="en-US" dirty="0" smtClean="0"/>
              <a:t>added, e</a:t>
            </a:r>
            <a:r>
              <a:rPr lang="en-US" b="1" dirty="0" smtClean="0"/>
              <a:t>rror </a:t>
            </a:r>
            <a:r>
              <a:rPr lang="en-US" b="1" dirty="0"/>
              <a:t>recovery</a:t>
            </a:r>
            <a:r>
              <a:rPr lang="en-US" dirty="0"/>
              <a:t> to clean up after a job terminated abnormally was </a:t>
            </a:r>
            <a:r>
              <a:rPr lang="en-US" dirty="0" smtClean="0"/>
              <a:t>added, etc.</a:t>
            </a:r>
          </a:p>
          <a:p>
            <a:r>
              <a:rPr lang="en-US" dirty="0"/>
              <a:t> </a:t>
            </a:r>
            <a:r>
              <a:rPr lang="en-US" dirty="0" smtClean="0"/>
              <a:t>In 1960s:-</a:t>
            </a:r>
            <a:r>
              <a:rPr lang="en-US" dirty="0"/>
              <a:t>dawn of </a:t>
            </a:r>
            <a:r>
              <a:rPr lang="en-US" dirty="0" smtClean="0"/>
              <a:t>minicomputers, </a:t>
            </a:r>
            <a:r>
              <a:rPr lang="en-US" dirty="0"/>
              <a:t>Compatible Time-Sharing System (CTSS</a:t>
            </a:r>
            <a:r>
              <a:rPr lang="en-US" dirty="0" smtClean="0"/>
              <a:t>), </a:t>
            </a:r>
            <a:r>
              <a:rPr lang="en-US" dirty="0"/>
              <a:t>Burroughs Master Control Program (MCP</a:t>
            </a:r>
            <a:r>
              <a:rPr lang="en-US" dirty="0" smtClean="0"/>
              <a:t>), </a:t>
            </a:r>
            <a:r>
              <a:rPr lang="en-US" dirty="0"/>
              <a:t>Minicomputers got cheaper, more powerful, and really </a:t>
            </a:r>
            <a:r>
              <a:rPr lang="en-US" dirty="0" smtClean="0"/>
              <a:t>useful, etc.</a:t>
            </a:r>
            <a:endParaRPr lang="en-US" dirty="0"/>
          </a:p>
          <a:p>
            <a:endParaRPr lang="en-US" dirty="0"/>
          </a:p>
        </p:txBody>
      </p:sp>
      <p:sp>
        <p:nvSpPr>
          <p:cNvPr id="4" name="Footer Placeholder 3"/>
          <p:cNvSpPr>
            <a:spLocks noGrp="1"/>
          </p:cNvSpPr>
          <p:nvPr>
            <p:ph type="ftr" sz="quarter" idx="11"/>
          </p:nvPr>
        </p:nvSpPr>
        <p:spPr/>
        <p:txBody>
          <a:bodyPr/>
          <a:lstStyle/>
          <a:p>
            <a:r>
              <a:rPr lang="en-US" smtClean="0"/>
              <a:t>OS_Sitaram Pokhrel</a:t>
            </a:r>
            <a:endParaRPr lang="en-US"/>
          </a:p>
        </p:txBody>
      </p:sp>
      <p:sp>
        <p:nvSpPr>
          <p:cNvPr id="5" name="Slide Number Placeholder 4"/>
          <p:cNvSpPr>
            <a:spLocks noGrp="1"/>
          </p:cNvSpPr>
          <p:nvPr>
            <p:ph type="sldNum" sz="quarter" idx="12"/>
          </p:nvPr>
        </p:nvSpPr>
        <p:spPr/>
        <p:txBody>
          <a:bodyPr/>
          <a:lstStyle/>
          <a:p>
            <a:fld id="{F521F47B-093A-4E4F-BDC5-AD799C149401}" type="slidenum">
              <a:rPr lang="en-US" smtClean="0"/>
              <a:t>11</a:t>
            </a:fld>
            <a:endParaRPr lang="en-US"/>
          </a:p>
        </p:txBody>
      </p:sp>
    </p:spTree>
    <p:extLst>
      <p:ext uri="{BB962C8B-B14F-4D97-AF65-F5344CB8AC3E}">
        <p14:creationId xmlns:p14="http://schemas.microsoft.com/office/powerpoint/2010/main" val="132431729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Evolution of OS</a:t>
            </a:r>
            <a:endParaRPr lang="en-US" dirty="0"/>
          </a:p>
        </p:txBody>
      </p:sp>
      <p:sp>
        <p:nvSpPr>
          <p:cNvPr id="3" name="Content Placeholder 2"/>
          <p:cNvSpPr>
            <a:spLocks noGrp="1"/>
          </p:cNvSpPr>
          <p:nvPr>
            <p:ph idx="1"/>
          </p:nvPr>
        </p:nvSpPr>
        <p:spPr/>
        <p:txBody>
          <a:bodyPr>
            <a:normAutofit/>
          </a:bodyPr>
          <a:lstStyle/>
          <a:p>
            <a:r>
              <a:rPr lang="en-US" b="1" dirty="0" smtClean="0"/>
              <a:t>1970s:-Multi </a:t>
            </a:r>
            <a:r>
              <a:rPr lang="en-US" b="1" dirty="0"/>
              <a:t>User</a:t>
            </a:r>
            <a:r>
              <a:rPr lang="en-US" dirty="0"/>
              <a:t> and </a:t>
            </a:r>
            <a:r>
              <a:rPr lang="en-US" b="1" dirty="0"/>
              <a:t>Multi tasking</a:t>
            </a:r>
            <a:r>
              <a:rPr lang="en-US" dirty="0"/>
              <a:t> was </a:t>
            </a:r>
            <a:r>
              <a:rPr lang="en-US" dirty="0" smtClean="0"/>
              <a:t>introduced, </a:t>
            </a:r>
            <a:r>
              <a:rPr lang="en-US" b="1" dirty="0" smtClean="0"/>
              <a:t>Dynamic </a:t>
            </a:r>
            <a:r>
              <a:rPr lang="en-US" b="1" dirty="0"/>
              <a:t>address</a:t>
            </a:r>
            <a:r>
              <a:rPr lang="en-US" dirty="0"/>
              <a:t> translation hardware and </a:t>
            </a:r>
            <a:r>
              <a:rPr lang="en-US" b="1" dirty="0"/>
              <a:t>Virtual machines</a:t>
            </a:r>
            <a:r>
              <a:rPr lang="en-US" dirty="0"/>
              <a:t> came into </a:t>
            </a:r>
            <a:r>
              <a:rPr lang="en-US" dirty="0" smtClean="0"/>
              <a:t>picture, </a:t>
            </a:r>
            <a:r>
              <a:rPr lang="en-US" b="1" dirty="0" smtClean="0"/>
              <a:t>Modular </a:t>
            </a:r>
            <a:r>
              <a:rPr lang="en-US" b="1" dirty="0"/>
              <a:t>architectures</a:t>
            </a:r>
            <a:r>
              <a:rPr lang="en-US" dirty="0"/>
              <a:t> came into </a:t>
            </a:r>
            <a:r>
              <a:rPr lang="en-US" dirty="0" smtClean="0"/>
              <a:t>existence, Personal</a:t>
            </a:r>
            <a:r>
              <a:rPr lang="en-US" dirty="0"/>
              <a:t>, interactive systems came into existence</a:t>
            </a:r>
            <a:r>
              <a:rPr lang="en-US" dirty="0" smtClean="0"/>
              <a:t>.</a:t>
            </a:r>
          </a:p>
          <a:p>
            <a:r>
              <a:rPr lang="en-US" dirty="0" smtClean="0"/>
              <a:t>1971: Intel announces the microprocessor, 1972: IBM comes out with VM: the Virtual Machine Operating System, 1973: UNIX 4th Edition is published, 1974 The Personal Computer Age begins, 1976: Apple II, 1984 Apple Macintosh comes out, 1990 Microsoft Windows 3.0 comes out, 1991 GNU/Linux, 1993 Windows NT, 2008: Android OS</a:t>
            </a:r>
          </a:p>
          <a:p>
            <a:endParaRPr lang="en-US" dirty="0" smtClean="0"/>
          </a:p>
          <a:p>
            <a:endParaRPr lang="en-US" dirty="0"/>
          </a:p>
          <a:p>
            <a:endParaRPr lang="en-US" dirty="0"/>
          </a:p>
        </p:txBody>
      </p:sp>
      <p:sp>
        <p:nvSpPr>
          <p:cNvPr id="4" name="Footer Placeholder 3"/>
          <p:cNvSpPr>
            <a:spLocks noGrp="1"/>
          </p:cNvSpPr>
          <p:nvPr>
            <p:ph type="ftr" sz="quarter" idx="11"/>
          </p:nvPr>
        </p:nvSpPr>
        <p:spPr/>
        <p:txBody>
          <a:bodyPr/>
          <a:lstStyle/>
          <a:p>
            <a:r>
              <a:rPr lang="en-US" smtClean="0"/>
              <a:t>OS_Sitaram Pokhrel</a:t>
            </a:r>
            <a:endParaRPr lang="en-US"/>
          </a:p>
        </p:txBody>
      </p:sp>
      <p:sp>
        <p:nvSpPr>
          <p:cNvPr id="5" name="Slide Number Placeholder 4"/>
          <p:cNvSpPr>
            <a:spLocks noGrp="1"/>
          </p:cNvSpPr>
          <p:nvPr>
            <p:ph type="sldNum" sz="quarter" idx="12"/>
          </p:nvPr>
        </p:nvSpPr>
        <p:spPr/>
        <p:txBody>
          <a:bodyPr/>
          <a:lstStyle/>
          <a:p>
            <a:fld id="{F521F47B-093A-4E4F-BDC5-AD799C149401}" type="slidenum">
              <a:rPr lang="en-US" smtClean="0"/>
              <a:t>12</a:t>
            </a:fld>
            <a:endParaRPr lang="en-US"/>
          </a:p>
        </p:txBody>
      </p:sp>
    </p:spTree>
    <p:extLst>
      <p:ext uri="{BB962C8B-B14F-4D97-AF65-F5344CB8AC3E}">
        <p14:creationId xmlns:p14="http://schemas.microsoft.com/office/powerpoint/2010/main" val="253005581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Evolution of OS</a:t>
            </a:r>
            <a:endParaRPr lang="en-US" dirty="0"/>
          </a:p>
        </p:txBody>
      </p:sp>
      <p:sp>
        <p:nvSpPr>
          <p:cNvPr id="3" name="Content Placeholder 2"/>
          <p:cNvSpPr>
            <a:spLocks noGrp="1"/>
          </p:cNvSpPr>
          <p:nvPr>
            <p:ph idx="1"/>
          </p:nvPr>
        </p:nvSpPr>
        <p:spPr/>
        <p:txBody>
          <a:bodyPr/>
          <a:lstStyle/>
          <a:p>
            <a:r>
              <a:rPr lang="en-US" dirty="0"/>
              <a:t>And as the research and development work continues, we are seeing new operating systems being developed and existing ones getting improved and modified to enhance the overall user experience, making operating systems fast and efficient like never before.</a:t>
            </a:r>
          </a:p>
          <a:p>
            <a:r>
              <a:rPr lang="en-US" dirty="0"/>
              <a:t>Also, with the onset of new </a:t>
            </a:r>
            <a:r>
              <a:rPr lang="en-US" dirty="0" err="1"/>
              <a:t>devies</a:t>
            </a:r>
            <a:r>
              <a:rPr lang="en-US" dirty="0"/>
              <a:t> like </a:t>
            </a:r>
            <a:r>
              <a:rPr lang="en-US" b="1" dirty="0"/>
              <a:t>wearables</a:t>
            </a:r>
            <a:r>
              <a:rPr lang="en-US" dirty="0"/>
              <a:t>, which includes, </a:t>
            </a:r>
            <a:r>
              <a:rPr lang="en-US" b="1" dirty="0"/>
              <a:t>Smart Watches</a:t>
            </a:r>
            <a:r>
              <a:rPr lang="en-US" dirty="0"/>
              <a:t>, </a:t>
            </a:r>
            <a:r>
              <a:rPr lang="en-US" b="1" dirty="0"/>
              <a:t>Smart Glasses</a:t>
            </a:r>
            <a:r>
              <a:rPr lang="en-US" dirty="0"/>
              <a:t>, </a:t>
            </a:r>
            <a:r>
              <a:rPr lang="en-US" b="1" dirty="0"/>
              <a:t>VR gears</a:t>
            </a:r>
            <a:r>
              <a:rPr lang="en-US" dirty="0"/>
              <a:t> </a:t>
            </a:r>
            <a:r>
              <a:rPr lang="en-US" dirty="0" err="1"/>
              <a:t>etc</a:t>
            </a:r>
            <a:r>
              <a:rPr lang="en-US" dirty="0"/>
              <a:t>, the demand for unconventional operating systems is also rising.</a:t>
            </a:r>
          </a:p>
        </p:txBody>
      </p:sp>
      <p:sp>
        <p:nvSpPr>
          <p:cNvPr id="4" name="Footer Placeholder 3"/>
          <p:cNvSpPr>
            <a:spLocks noGrp="1"/>
          </p:cNvSpPr>
          <p:nvPr>
            <p:ph type="ftr" sz="quarter" idx="11"/>
          </p:nvPr>
        </p:nvSpPr>
        <p:spPr/>
        <p:txBody>
          <a:bodyPr/>
          <a:lstStyle/>
          <a:p>
            <a:r>
              <a:rPr lang="en-US" smtClean="0"/>
              <a:t>OS_Sitaram Pokhrel</a:t>
            </a:r>
            <a:endParaRPr lang="en-US"/>
          </a:p>
        </p:txBody>
      </p:sp>
      <p:sp>
        <p:nvSpPr>
          <p:cNvPr id="5" name="Slide Number Placeholder 4"/>
          <p:cNvSpPr>
            <a:spLocks noGrp="1"/>
          </p:cNvSpPr>
          <p:nvPr>
            <p:ph type="sldNum" sz="quarter" idx="12"/>
          </p:nvPr>
        </p:nvSpPr>
        <p:spPr/>
        <p:txBody>
          <a:bodyPr/>
          <a:lstStyle/>
          <a:p>
            <a:fld id="{F521F47B-093A-4E4F-BDC5-AD799C149401}" type="slidenum">
              <a:rPr lang="en-US" smtClean="0"/>
              <a:t>13</a:t>
            </a:fld>
            <a:endParaRPr lang="en-US"/>
          </a:p>
        </p:txBody>
      </p:sp>
    </p:spTree>
    <p:extLst>
      <p:ext uri="{BB962C8B-B14F-4D97-AF65-F5344CB8AC3E}">
        <p14:creationId xmlns:p14="http://schemas.microsoft.com/office/powerpoint/2010/main" val="205414754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Operating System</a:t>
            </a:r>
            <a:endParaRPr lang="en-US" dirty="0"/>
          </a:p>
        </p:txBody>
      </p:sp>
      <p:sp>
        <p:nvSpPr>
          <p:cNvPr id="3" name="Content Placeholder 2"/>
          <p:cNvSpPr>
            <a:spLocks noGrp="1"/>
          </p:cNvSpPr>
          <p:nvPr>
            <p:ph idx="1"/>
          </p:nvPr>
        </p:nvSpPr>
        <p:spPr/>
        <p:txBody>
          <a:bodyPr/>
          <a:lstStyle/>
          <a:p>
            <a:r>
              <a:rPr lang="en-US" dirty="0" smtClean="0"/>
              <a:t>Batch system</a:t>
            </a:r>
          </a:p>
          <a:p>
            <a:r>
              <a:rPr lang="en-US" dirty="0" smtClean="0"/>
              <a:t>Interactive system</a:t>
            </a:r>
          </a:p>
          <a:p>
            <a:r>
              <a:rPr lang="en-US" dirty="0" smtClean="0"/>
              <a:t>Multiprocessing system</a:t>
            </a:r>
          </a:p>
          <a:p>
            <a:r>
              <a:rPr lang="en-US" dirty="0" smtClean="0"/>
              <a:t>Time Sharing system</a:t>
            </a:r>
          </a:p>
          <a:p>
            <a:r>
              <a:rPr lang="en-US" dirty="0" smtClean="0"/>
              <a:t>Real </a:t>
            </a:r>
            <a:r>
              <a:rPr lang="en-US" dirty="0"/>
              <a:t>T</a:t>
            </a:r>
            <a:r>
              <a:rPr lang="en-US" dirty="0" smtClean="0"/>
              <a:t>ime system</a:t>
            </a:r>
            <a:endParaRPr lang="en-US" dirty="0"/>
          </a:p>
        </p:txBody>
      </p:sp>
      <p:sp>
        <p:nvSpPr>
          <p:cNvPr id="4" name="Footer Placeholder 3"/>
          <p:cNvSpPr>
            <a:spLocks noGrp="1"/>
          </p:cNvSpPr>
          <p:nvPr>
            <p:ph type="ftr" sz="quarter" idx="11"/>
          </p:nvPr>
        </p:nvSpPr>
        <p:spPr/>
        <p:txBody>
          <a:bodyPr/>
          <a:lstStyle/>
          <a:p>
            <a:r>
              <a:rPr lang="en-US" smtClean="0"/>
              <a:t>OS_Sitaram Pokhrel</a:t>
            </a:r>
            <a:endParaRPr lang="en-US"/>
          </a:p>
        </p:txBody>
      </p:sp>
      <p:sp>
        <p:nvSpPr>
          <p:cNvPr id="5" name="Slide Number Placeholder 4"/>
          <p:cNvSpPr>
            <a:spLocks noGrp="1"/>
          </p:cNvSpPr>
          <p:nvPr>
            <p:ph type="sldNum" sz="quarter" idx="12"/>
          </p:nvPr>
        </p:nvSpPr>
        <p:spPr/>
        <p:txBody>
          <a:bodyPr/>
          <a:lstStyle/>
          <a:p>
            <a:fld id="{F521F47B-093A-4E4F-BDC5-AD799C149401}" type="slidenum">
              <a:rPr lang="en-US" smtClean="0"/>
              <a:t>14</a:t>
            </a:fld>
            <a:endParaRPr lang="en-US"/>
          </a:p>
        </p:txBody>
      </p:sp>
    </p:spTree>
    <p:extLst>
      <p:ext uri="{BB962C8B-B14F-4D97-AF65-F5344CB8AC3E}">
        <p14:creationId xmlns:p14="http://schemas.microsoft.com/office/powerpoint/2010/main" val="225298121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Batch Systems</a:t>
            </a:r>
          </a:p>
        </p:txBody>
      </p:sp>
      <p:sp>
        <p:nvSpPr>
          <p:cNvPr id="3" name="Content Placeholder 2"/>
          <p:cNvSpPr>
            <a:spLocks noGrp="1"/>
          </p:cNvSpPr>
          <p:nvPr>
            <p:ph idx="1"/>
          </p:nvPr>
        </p:nvSpPr>
        <p:spPr/>
        <p:txBody>
          <a:bodyPr>
            <a:normAutofit lnSpcReduction="10000"/>
          </a:bodyPr>
          <a:lstStyle/>
          <a:p>
            <a:r>
              <a:rPr lang="en-US" dirty="0" smtClean="0"/>
              <a:t>There </a:t>
            </a:r>
            <a:r>
              <a:rPr lang="en-US" dirty="0"/>
              <a:t>is </a:t>
            </a:r>
            <a:r>
              <a:rPr lang="en-US" b="1" dirty="0"/>
              <a:t>no direct interaction between user and the computer</a:t>
            </a:r>
            <a:r>
              <a:rPr lang="en-US" dirty="0"/>
              <a:t>.</a:t>
            </a:r>
          </a:p>
          <a:p>
            <a:r>
              <a:rPr lang="en-US" dirty="0"/>
              <a:t>The user has to submit a job (written on cards or tape) to a computer operator.</a:t>
            </a:r>
          </a:p>
          <a:p>
            <a:r>
              <a:rPr lang="en-US" dirty="0"/>
              <a:t>Then computer operator places a batch of several jobs on an input device.</a:t>
            </a:r>
          </a:p>
          <a:p>
            <a:r>
              <a:rPr lang="en-US" dirty="0"/>
              <a:t>Jobs are batched together by type of languages and requirement.</a:t>
            </a:r>
          </a:p>
          <a:p>
            <a:r>
              <a:rPr lang="en-US" dirty="0"/>
              <a:t>Then a special program, the monitor, manages the execution of each program in the batch.</a:t>
            </a:r>
          </a:p>
          <a:p>
            <a:r>
              <a:rPr lang="en-US" dirty="0"/>
              <a:t>The monitor is always in the main memory and available for execution</a:t>
            </a:r>
            <a:r>
              <a:rPr lang="en-US" dirty="0" smtClean="0"/>
              <a:t>.</a:t>
            </a:r>
            <a:endParaRPr lang="en-US" dirty="0"/>
          </a:p>
        </p:txBody>
      </p:sp>
      <p:sp>
        <p:nvSpPr>
          <p:cNvPr id="4" name="Footer Placeholder 3"/>
          <p:cNvSpPr>
            <a:spLocks noGrp="1"/>
          </p:cNvSpPr>
          <p:nvPr>
            <p:ph type="ftr" sz="quarter" idx="11"/>
          </p:nvPr>
        </p:nvSpPr>
        <p:spPr/>
        <p:txBody>
          <a:bodyPr/>
          <a:lstStyle/>
          <a:p>
            <a:r>
              <a:rPr lang="en-US" smtClean="0"/>
              <a:t>OS_Sitaram Pokhrel</a:t>
            </a:r>
            <a:endParaRPr lang="en-US"/>
          </a:p>
        </p:txBody>
      </p:sp>
      <p:sp>
        <p:nvSpPr>
          <p:cNvPr id="5" name="Slide Number Placeholder 4"/>
          <p:cNvSpPr>
            <a:spLocks noGrp="1"/>
          </p:cNvSpPr>
          <p:nvPr>
            <p:ph type="sldNum" sz="quarter" idx="12"/>
          </p:nvPr>
        </p:nvSpPr>
        <p:spPr/>
        <p:txBody>
          <a:bodyPr/>
          <a:lstStyle/>
          <a:p>
            <a:fld id="{F521F47B-093A-4E4F-BDC5-AD799C149401}" type="slidenum">
              <a:rPr lang="en-US" smtClean="0"/>
              <a:t>15</a:t>
            </a:fld>
            <a:endParaRPr lang="en-US"/>
          </a:p>
        </p:txBody>
      </p:sp>
    </p:spTree>
    <p:extLst>
      <p:ext uri="{BB962C8B-B14F-4D97-AF65-F5344CB8AC3E}">
        <p14:creationId xmlns:p14="http://schemas.microsoft.com/office/powerpoint/2010/main" val="119966680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Interactive system (Multiprogramming Batch system)</a:t>
            </a:r>
            <a:endParaRPr lang="en-US" dirty="0"/>
          </a:p>
        </p:txBody>
      </p:sp>
      <p:sp>
        <p:nvSpPr>
          <p:cNvPr id="3" name="Content Placeholder 2"/>
          <p:cNvSpPr>
            <a:spLocks noGrp="1"/>
          </p:cNvSpPr>
          <p:nvPr>
            <p:ph idx="1"/>
          </p:nvPr>
        </p:nvSpPr>
        <p:spPr/>
        <p:txBody>
          <a:bodyPr>
            <a:normAutofit lnSpcReduction="10000"/>
          </a:bodyPr>
          <a:lstStyle/>
          <a:p>
            <a:r>
              <a:rPr lang="en-US" dirty="0"/>
              <a:t>In this the operating system picks up and begins to execute one of the jobs from memory.</a:t>
            </a:r>
          </a:p>
          <a:p>
            <a:r>
              <a:rPr lang="en-US" dirty="0"/>
              <a:t>Once this job needs an I/O operation operating system switches to another job (CPU and OS always busy).</a:t>
            </a:r>
          </a:p>
          <a:p>
            <a:r>
              <a:rPr lang="en-US" dirty="0" smtClean="0"/>
              <a:t>If </a:t>
            </a:r>
            <a:r>
              <a:rPr lang="en-US" dirty="0"/>
              <a:t>several jobs are ready to run at the same time, then the system chooses which one to run through the process of </a:t>
            </a:r>
            <a:r>
              <a:rPr lang="en-US" b="1" dirty="0"/>
              <a:t>CPU Scheduling</a:t>
            </a:r>
            <a:r>
              <a:rPr lang="en-US" dirty="0"/>
              <a:t>.</a:t>
            </a:r>
          </a:p>
          <a:p>
            <a:r>
              <a:rPr lang="en-US" dirty="0"/>
              <a:t>In Non-</a:t>
            </a:r>
            <a:r>
              <a:rPr lang="en-US" dirty="0" err="1"/>
              <a:t>multiprogrammed</a:t>
            </a:r>
            <a:r>
              <a:rPr lang="en-US" dirty="0"/>
              <a:t> system, there are moments when CPU sits idle and does not do any work.</a:t>
            </a:r>
          </a:p>
          <a:p>
            <a:r>
              <a:rPr lang="en-US" dirty="0"/>
              <a:t>In Multiprogramming system, CPU will never be idle and keeps on processing.</a:t>
            </a:r>
          </a:p>
        </p:txBody>
      </p:sp>
      <p:sp>
        <p:nvSpPr>
          <p:cNvPr id="4" name="Footer Placeholder 3"/>
          <p:cNvSpPr>
            <a:spLocks noGrp="1"/>
          </p:cNvSpPr>
          <p:nvPr>
            <p:ph type="ftr" sz="quarter" idx="11"/>
          </p:nvPr>
        </p:nvSpPr>
        <p:spPr/>
        <p:txBody>
          <a:bodyPr/>
          <a:lstStyle/>
          <a:p>
            <a:r>
              <a:rPr lang="en-US" smtClean="0"/>
              <a:t>OS_Sitaram Pokhrel</a:t>
            </a:r>
            <a:endParaRPr lang="en-US"/>
          </a:p>
        </p:txBody>
      </p:sp>
      <p:sp>
        <p:nvSpPr>
          <p:cNvPr id="5" name="Slide Number Placeholder 4"/>
          <p:cNvSpPr>
            <a:spLocks noGrp="1"/>
          </p:cNvSpPr>
          <p:nvPr>
            <p:ph type="sldNum" sz="quarter" idx="12"/>
          </p:nvPr>
        </p:nvSpPr>
        <p:spPr/>
        <p:txBody>
          <a:bodyPr/>
          <a:lstStyle/>
          <a:p>
            <a:fld id="{F521F47B-093A-4E4F-BDC5-AD799C149401}" type="slidenum">
              <a:rPr lang="en-US" smtClean="0"/>
              <a:t>16</a:t>
            </a:fld>
            <a:endParaRPr lang="en-US"/>
          </a:p>
        </p:txBody>
      </p:sp>
    </p:spTree>
    <p:extLst>
      <p:ext uri="{BB962C8B-B14F-4D97-AF65-F5344CB8AC3E}">
        <p14:creationId xmlns:p14="http://schemas.microsoft.com/office/powerpoint/2010/main" val="269294798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Multiprocessing system</a:t>
            </a:r>
            <a:endParaRPr lang="en-US" dirty="0"/>
          </a:p>
        </p:txBody>
      </p:sp>
      <p:sp>
        <p:nvSpPr>
          <p:cNvPr id="3" name="Content Placeholder 2"/>
          <p:cNvSpPr>
            <a:spLocks noGrp="1"/>
          </p:cNvSpPr>
          <p:nvPr>
            <p:ph idx="1"/>
          </p:nvPr>
        </p:nvSpPr>
        <p:spPr/>
        <p:txBody>
          <a:bodyPr>
            <a:normAutofit lnSpcReduction="10000"/>
          </a:bodyPr>
          <a:lstStyle/>
          <a:p>
            <a:r>
              <a:rPr lang="en-US" dirty="0"/>
              <a:t>A Multiprocessor system consists of several processors that share a common physical memory. </a:t>
            </a:r>
            <a:endParaRPr lang="en-US" dirty="0" smtClean="0"/>
          </a:p>
          <a:p>
            <a:r>
              <a:rPr lang="en-US" dirty="0" smtClean="0"/>
              <a:t>Multiprocessor </a:t>
            </a:r>
            <a:r>
              <a:rPr lang="en-US" dirty="0"/>
              <a:t>system provides higher computing power and </a:t>
            </a:r>
            <a:r>
              <a:rPr lang="en-US" dirty="0" smtClean="0"/>
              <a:t>speed</a:t>
            </a:r>
          </a:p>
          <a:p>
            <a:r>
              <a:rPr lang="en-US" dirty="0" smtClean="0"/>
              <a:t>In </a:t>
            </a:r>
            <a:r>
              <a:rPr lang="en-US" dirty="0"/>
              <a:t>multiprocessor system all processors operate under single operating system. </a:t>
            </a:r>
            <a:endParaRPr lang="en-US" dirty="0" smtClean="0"/>
          </a:p>
          <a:p>
            <a:r>
              <a:rPr lang="en-US" dirty="0" smtClean="0"/>
              <a:t>Multiplicity </a:t>
            </a:r>
            <a:r>
              <a:rPr lang="en-US" dirty="0"/>
              <a:t>of the processors and how they do act together are transparent to the others</a:t>
            </a:r>
            <a:r>
              <a:rPr lang="en-US" dirty="0" smtClean="0"/>
              <a:t>.</a:t>
            </a:r>
          </a:p>
          <a:p>
            <a:r>
              <a:rPr lang="en-US" dirty="0"/>
              <a:t>Execution of several tasks by different processors concurrently, increases the system's throughput without speeding up the execution of a single task</a:t>
            </a:r>
            <a:r>
              <a:rPr lang="en-US" dirty="0" smtClean="0"/>
              <a:t>.</a:t>
            </a:r>
            <a:endParaRPr lang="en-US" dirty="0"/>
          </a:p>
        </p:txBody>
      </p:sp>
      <p:sp>
        <p:nvSpPr>
          <p:cNvPr id="4" name="Footer Placeholder 3"/>
          <p:cNvSpPr>
            <a:spLocks noGrp="1"/>
          </p:cNvSpPr>
          <p:nvPr>
            <p:ph type="ftr" sz="quarter" idx="11"/>
          </p:nvPr>
        </p:nvSpPr>
        <p:spPr/>
        <p:txBody>
          <a:bodyPr/>
          <a:lstStyle/>
          <a:p>
            <a:r>
              <a:rPr lang="en-US" smtClean="0"/>
              <a:t>OS_Sitaram Pokhrel</a:t>
            </a:r>
            <a:endParaRPr lang="en-US"/>
          </a:p>
        </p:txBody>
      </p:sp>
      <p:sp>
        <p:nvSpPr>
          <p:cNvPr id="5" name="Slide Number Placeholder 4"/>
          <p:cNvSpPr>
            <a:spLocks noGrp="1"/>
          </p:cNvSpPr>
          <p:nvPr>
            <p:ph type="sldNum" sz="quarter" idx="12"/>
          </p:nvPr>
        </p:nvSpPr>
        <p:spPr/>
        <p:txBody>
          <a:bodyPr/>
          <a:lstStyle/>
          <a:p>
            <a:fld id="{F521F47B-093A-4E4F-BDC5-AD799C149401}" type="slidenum">
              <a:rPr lang="en-US" smtClean="0"/>
              <a:t>17</a:t>
            </a:fld>
            <a:endParaRPr lang="en-US"/>
          </a:p>
        </p:txBody>
      </p:sp>
    </p:spTree>
    <p:extLst>
      <p:ext uri="{BB962C8B-B14F-4D97-AF65-F5344CB8AC3E}">
        <p14:creationId xmlns:p14="http://schemas.microsoft.com/office/powerpoint/2010/main" val="94066490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Time Sharing system</a:t>
            </a:r>
            <a:endParaRPr lang="en-US" dirty="0"/>
          </a:p>
        </p:txBody>
      </p:sp>
      <p:sp>
        <p:nvSpPr>
          <p:cNvPr id="3" name="Content Placeholder 2"/>
          <p:cNvSpPr>
            <a:spLocks noGrp="1"/>
          </p:cNvSpPr>
          <p:nvPr>
            <p:ph idx="1"/>
          </p:nvPr>
        </p:nvSpPr>
        <p:spPr/>
        <p:txBody>
          <a:bodyPr/>
          <a:lstStyle/>
          <a:p>
            <a:r>
              <a:rPr lang="en-US" b="1" dirty="0"/>
              <a:t>Time Sharing Systems</a:t>
            </a:r>
            <a:r>
              <a:rPr lang="en-US" dirty="0"/>
              <a:t> are very similar to Multiprogramming batch </a:t>
            </a:r>
            <a:r>
              <a:rPr lang="en-US" dirty="0" smtClean="0"/>
              <a:t>system </a:t>
            </a:r>
            <a:r>
              <a:rPr lang="en-US" dirty="0" err="1" smtClean="0"/>
              <a:t>i.e</a:t>
            </a:r>
            <a:r>
              <a:rPr lang="en-US" dirty="0" smtClean="0"/>
              <a:t>, </a:t>
            </a:r>
            <a:r>
              <a:rPr lang="en-US" dirty="0"/>
              <a:t>time sharing systems are an extension of </a:t>
            </a:r>
            <a:r>
              <a:rPr lang="en-US" dirty="0" smtClean="0"/>
              <a:t>multiprogramming </a:t>
            </a:r>
            <a:r>
              <a:rPr lang="en-US" dirty="0"/>
              <a:t>systems.</a:t>
            </a:r>
          </a:p>
          <a:p>
            <a:r>
              <a:rPr lang="en-US" dirty="0"/>
              <a:t>In Time sharing systems the prime focus is on </a:t>
            </a:r>
            <a:r>
              <a:rPr lang="en-US" b="1" dirty="0"/>
              <a:t>minimizing the response time</a:t>
            </a:r>
            <a:r>
              <a:rPr lang="en-US" dirty="0"/>
              <a:t>, while in multiprogramming the prime focus is to maximize the CPU usage.</a:t>
            </a:r>
          </a:p>
        </p:txBody>
      </p:sp>
      <p:sp>
        <p:nvSpPr>
          <p:cNvPr id="4" name="Footer Placeholder 3"/>
          <p:cNvSpPr>
            <a:spLocks noGrp="1"/>
          </p:cNvSpPr>
          <p:nvPr>
            <p:ph type="ftr" sz="quarter" idx="11"/>
          </p:nvPr>
        </p:nvSpPr>
        <p:spPr/>
        <p:txBody>
          <a:bodyPr/>
          <a:lstStyle/>
          <a:p>
            <a:r>
              <a:rPr lang="en-US" smtClean="0"/>
              <a:t>OS_Sitaram Pokhrel</a:t>
            </a:r>
            <a:endParaRPr lang="en-US"/>
          </a:p>
        </p:txBody>
      </p:sp>
      <p:sp>
        <p:nvSpPr>
          <p:cNvPr id="5" name="Slide Number Placeholder 4"/>
          <p:cNvSpPr>
            <a:spLocks noGrp="1"/>
          </p:cNvSpPr>
          <p:nvPr>
            <p:ph type="sldNum" sz="quarter" idx="12"/>
          </p:nvPr>
        </p:nvSpPr>
        <p:spPr/>
        <p:txBody>
          <a:bodyPr/>
          <a:lstStyle/>
          <a:p>
            <a:fld id="{F521F47B-093A-4E4F-BDC5-AD799C149401}" type="slidenum">
              <a:rPr lang="en-US" smtClean="0"/>
              <a:t>18</a:t>
            </a:fld>
            <a:endParaRPr lang="en-US"/>
          </a:p>
        </p:txBody>
      </p:sp>
    </p:spTree>
    <p:extLst>
      <p:ext uri="{BB962C8B-B14F-4D97-AF65-F5344CB8AC3E}">
        <p14:creationId xmlns:p14="http://schemas.microsoft.com/office/powerpoint/2010/main" val="81459951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Real Time system</a:t>
            </a:r>
            <a:endParaRPr lang="en-US" dirty="0"/>
          </a:p>
        </p:txBody>
      </p:sp>
      <p:sp>
        <p:nvSpPr>
          <p:cNvPr id="3" name="Content Placeholder 2"/>
          <p:cNvSpPr>
            <a:spLocks noGrp="1"/>
          </p:cNvSpPr>
          <p:nvPr>
            <p:ph idx="1"/>
          </p:nvPr>
        </p:nvSpPr>
        <p:spPr/>
        <p:txBody>
          <a:bodyPr>
            <a:normAutofit lnSpcReduction="10000"/>
          </a:bodyPr>
          <a:lstStyle/>
          <a:p>
            <a:r>
              <a:rPr lang="en-US" dirty="0" smtClean="0"/>
              <a:t>Operating </a:t>
            </a:r>
            <a:r>
              <a:rPr lang="en-US" dirty="0"/>
              <a:t>system known to give maximum time for each of the critical operations that it performs, like OS calls and interrupt handling</a:t>
            </a:r>
            <a:r>
              <a:rPr lang="en-US" dirty="0" smtClean="0"/>
              <a:t>.</a:t>
            </a:r>
          </a:p>
          <a:p>
            <a:r>
              <a:rPr lang="en-US" dirty="0" smtClean="0"/>
              <a:t>Response time is very less.</a:t>
            </a:r>
            <a:endParaRPr lang="en-US" dirty="0"/>
          </a:p>
          <a:p>
            <a:r>
              <a:rPr lang="en-US" dirty="0"/>
              <a:t>The </a:t>
            </a:r>
            <a:r>
              <a:rPr lang="en-US" dirty="0" smtClean="0"/>
              <a:t>RTOS, which </a:t>
            </a:r>
            <a:r>
              <a:rPr lang="en-US" dirty="0"/>
              <a:t>guarantees the maximum time for critical operations and complete them on time are referred to as </a:t>
            </a:r>
            <a:r>
              <a:rPr lang="en-US" b="1" dirty="0"/>
              <a:t>Hard Real-Time Operating Systems.</a:t>
            </a:r>
            <a:endParaRPr lang="en-US" dirty="0"/>
          </a:p>
          <a:p>
            <a:r>
              <a:rPr lang="en-US" dirty="0"/>
              <a:t>While the </a:t>
            </a:r>
            <a:r>
              <a:rPr lang="en-US" dirty="0" smtClean="0"/>
              <a:t>RTOS, that </a:t>
            </a:r>
            <a:r>
              <a:rPr lang="en-US" dirty="0"/>
              <a:t>can only guarantee a maximum of the time, i.e. the critical task will get priority over other tasks, but no </a:t>
            </a:r>
            <a:r>
              <a:rPr lang="en-US" dirty="0" err="1"/>
              <a:t>assurity</a:t>
            </a:r>
            <a:r>
              <a:rPr lang="en-US" dirty="0"/>
              <a:t> of </a:t>
            </a:r>
            <a:r>
              <a:rPr lang="en-US" dirty="0" err="1"/>
              <a:t>completeing</a:t>
            </a:r>
            <a:r>
              <a:rPr lang="en-US" dirty="0"/>
              <a:t> it in a defined time. These systems are referred to as </a:t>
            </a:r>
            <a:r>
              <a:rPr lang="en-US" b="1" dirty="0"/>
              <a:t>Soft Real-Time Operating Systems</a:t>
            </a:r>
            <a:r>
              <a:rPr lang="en-US" dirty="0"/>
              <a:t>.</a:t>
            </a:r>
          </a:p>
        </p:txBody>
      </p:sp>
      <p:sp>
        <p:nvSpPr>
          <p:cNvPr id="4" name="Footer Placeholder 3"/>
          <p:cNvSpPr>
            <a:spLocks noGrp="1"/>
          </p:cNvSpPr>
          <p:nvPr>
            <p:ph type="ftr" sz="quarter" idx="11"/>
          </p:nvPr>
        </p:nvSpPr>
        <p:spPr/>
        <p:txBody>
          <a:bodyPr/>
          <a:lstStyle/>
          <a:p>
            <a:r>
              <a:rPr lang="en-US" smtClean="0"/>
              <a:t>OS_Sitaram Pokhrel</a:t>
            </a:r>
            <a:endParaRPr lang="en-US"/>
          </a:p>
        </p:txBody>
      </p:sp>
      <p:sp>
        <p:nvSpPr>
          <p:cNvPr id="5" name="Slide Number Placeholder 4"/>
          <p:cNvSpPr>
            <a:spLocks noGrp="1"/>
          </p:cNvSpPr>
          <p:nvPr>
            <p:ph type="sldNum" sz="quarter" idx="12"/>
          </p:nvPr>
        </p:nvSpPr>
        <p:spPr/>
        <p:txBody>
          <a:bodyPr/>
          <a:lstStyle/>
          <a:p>
            <a:fld id="{F521F47B-093A-4E4F-BDC5-AD799C149401}" type="slidenum">
              <a:rPr lang="en-US" smtClean="0"/>
              <a:t>19</a:t>
            </a:fld>
            <a:endParaRPr lang="en-US"/>
          </a:p>
        </p:txBody>
      </p:sp>
    </p:spTree>
    <p:extLst>
      <p:ext uri="{BB962C8B-B14F-4D97-AF65-F5344CB8AC3E}">
        <p14:creationId xmlns:p14="http://schemas.microsoft.com/office/powerpoint/2010/main" val="150327745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1.4 Operating system components</a:t>
            </a:r>
            <a:endParaRPr lang="en-US" dirty="0"/>
          </a:p>
        </p:txBody>
      </p:sp>
      <p:pic>
        <p:nvPicPr>
          <p:cNvPr id="1026" name="Picture 2" descr="Operating-System-Component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46218" y="1967344"/>
            <a:ext cx="6179127" cy="4347441"/>
          </a:xfrm>
          <a:prstGeom prst="rect">
            <a:avLst/>
          </a:prstGeom>
          <a:noFill/>
          <a:extLst>
            <a:ext uri="{909E8E84-426E-40DD-AFC4-6F175D3DCCD1}">
              <a14:hiddenFill xmlns:a14="http://schemas.microsoft.com/office/drawing/2010/main">
                <a:solidFill>
                  <a:srgbClr val="FFFFFF"/>
                </a:solidFill>
              </a14:hiddenFill>
            </a:ext>
          </a:extLst>
        </p:spPr>
      </p:pic>
      <p:sp>
        <p:nvSpPr>
          <p:cNvPr id="3" name="Footer Placeholder 2"/>
          <p:cNvSpPr>
            <a:spLocks noGrp="1"/>
          </p:cNvSpPr>
          <p:nvPr>
            <p:ph type="ftr" sz="quarter" idx="11"/>
          </p:nvPr>
        </p:nvSpPr>
        <p:spPr/>
        <p:txBody>
          <a:bodyPr/>
          <a:lstStyle/>
          <a:p>
            <a:r>
              <a:rPr lang="en-US" smtClean="0"/>
              <a:t>OS_Sitaram Pokhrel</a:t>
            </a:r>
            <a:endParaRPr lang="en-US"/>
          </a:p>
        </p:txBody>
      </p:sp>
      <p:sp>
        <p:nvSpPr>
          <p:cNvPr id="4" name="Slide Number Placeholder 3"/>
          <p:cNvSpPr>
            <a:spLocks noGrp="1"/>
          </p:cNvSpPr>
          <p:nvPr>
            <p:ph type="sldNum" sz="quarter" idx="12"/>
          </p:nvPr>
        </p:nvSpPr>
        <p:spPr/>
        <p:txBody>
          <a:bodyPr/>
          <a:lstStyle/>
          <a:p>
            <a:fld id="{F521F47B-093A-4E4F-BDC5-AD799C149401}" type="slidenum">
              <a:rPr lang="en-US" smtClean="0"/>
              <a:t>20</a:t>
            </a:fld>
            <a:endParaRPr lang="en-US"/>
          </a:p>
        </p:txBody>
      </p:sp>
    </p:spTree>
    <p:extLst>
      <p:ext uri="{BB962C8B-B14F-4D97-AF65-F5344CB8AC3E}">
        <p14:creationId xmlns:p14="http://schemas.microsoft.com/office/powerpoint/2010/main" val="38836570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pPr eaLnBrk="1" hangingPunct="1"/>
            <a:r>
              <a:rPr lang="en-US" altLang="en-US" dirty="0" smtClean="0"/>
              <a:t>1.4 Operating system components</a:t>
            </a:r>
          </a:p>
        </p:txBody>
      </p:sp>
      <p:sp>
        <p:nvSpPr>
          <p:cNvPr id="31747" name="Content Placeholder 2"/>
          <p:cNvSpPr>
            <a:spLocks noGrp="1"/>
          </p:cNvSpPr>
          <p:nvPr>
            <p:ph idx="1"/>
          </p:nvPr>
        </p:nvSpPr>
        <p:spPr/>
        <p:txBody>
          <a:bodyPr/>
          <a:lstStyle/>
          <a:p>
            <a:pPr eaLnBrk="1" hangingPunct="1"/>
            <a:r>
              <a:rPr lang="en-US" altLang="en-US" dirty="0" smtClean="0"/>
              <a:t>Kernel (main component of most OS, it acts as a bridge between applications and actual data processing done at hardware level)</a:t>
            </a:r>
          </a:p>
          <a:p>
            <a:pPr eaLnBrk="1" hangingPunct="1"/>
            <a:r>
              <a:rPr lang="en-US" altLang="en-US" dirty="0" smtClean="0"/>
              <a:t>System Calls (how a program requests a service from an OS’s kernel </a:t>
            </a:r>
            <a:r>
              <a:rPr lang="en-US" altLang="en-US" dirty="0" err="1" smtClean="0"/>
              <a:t>i.e</a:t>
            </a:r>
            <a:r>
              <a:rPr lang="en-US" altLang="en-US" dirty="0" smtClean="0"/>
              <a:t> to how to get kernel services)</a:t>
            </a:r>
          </a:p>
          <a:p>
            <a:pPr eaLnBrk="1" hangingPunct="1"/>
            <a:r>
              <a:rPr lang="en-US" altLang="en-US" dirty="0" smtClean="0"/>
              <a:t>Shell (Shell is a command interpreter that reads commands from a console/terminal)</a:t>
            </a:r>
          </a:p>
          <a:p>
            <a:pPr eaLnBrk="1" hangingPunct="1"/>
            <a:r>
              <a:rPr lang="en-US" altLang="en-US" dirty="0" smtClean="0"/>
              <a:t>Scheduler, memory manager, communication manager, thread manager, etc.</a:t>
            </a:r>
          </a:p>
        </p:txBody>
      </p:sp>
      <p:sp>
        <p:nvSpPr>
          <p:cNvPr id="2" name="Footer Placeholder 1"/>
          <p:cNvSpPr>
            <a:spLocks noGrp="1"/>
          </p:cNvSpPr>
          <p:nvPr>
            <p:ph type="ftr" sz="quarter" idx="11"/>
          </p:nvPr>
        </p:nvSpPr>
        <p:spPr/>
        <p:txBody>
          <a:bodyPr/>
          <a:lstStyle/>
          <a:p>
            <a:r>
              <a:rPr lang="en-US" smtClean="0"/>
              <a:t>OS_Sitaram Pokhrel</a:t>
            </a:r>
            <a:endParaRPr lang="en-US"/>
          </a:p>
        </p:txBody>
      </p:sp>
      <p:sp>
        <p:nvSpPr>
          <p:cNvPr id="3" name="Slide Number Placeholder 2"/>
          <p:cNvSpPr>
            <a:spLocks noGrp="1"/>
          </p:cNvSpPr>
          <p:nvPr>
            <p:ph type="sldNum" sz="quarter" idx="12"/>
          </p:nvPr>
        </p:nvSpPr>
        <p:spPr/>
        <p:txBody>
          <a:bodyPr/>
          <a:lstStyle/>
          <a:p>
            <a:fld id="{F521F47B-093A-4E4F-BDC5-AD799C149401}" type="slidenum">
              <a:rPr lang="en-US" smtClean="0"/>
              <a:t>21</a:t>
            </a:fld>
            <a:endParaRPr lang="en-US"/>
          </a:p>
        </p:txBody>
      </p:sp>
    </p:spTree>
    <p:extLst>
      <p:ext uri="{BB962C8B-B14F-4D97-AF65-F5344CB8AC3E}">
        <p14:creationId xmlns:p14="http://schemas.microsoft.com/office/powerpoint/2010/main" val="134283327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Model Questions.</a:t>
            </a:r>
            <a:endParaRPr lang="en-US" dirty="0"/>
          </a:p>
        </p:txBody>
      </p:sp>
      <p:sp>
        <p:nvSpPr>
          <p:cNvPr id="3" name="Content Placeholder 2"/>
          <p:cNvSpPr>
            <a:spLocks noGrp="1"/>
          </p:cNvSpPr>
          <p:nvPr>
            <p:ph idx="1"/>
          </p:nvPr>
        </p:nvSpPr>
        <p:spPr/>
        <p:txBody>
          <a:bodyPr/>
          <a:lstStyle/>
          <a:p>
            <a:r>
              <a:rPr lang="en-US" dirty="0" smtClean="0"/>
              <a:t>Define OS. Explain OS as resource manager  and extended machine.</a:t>
            </a:r>
          </a:p>
          <a:p>
            <a:r>
              <a:rPr lang="en-US" dirty="0" smtClean="0"/>
              <a:t>What do you mean by kernel, system call, shell?</a:t>
            </a:r>
            <a:endParaRPr lang="en-US" dirty="0"/>
          </a:p>
        </p:txBody>
      </p:sp>
      <p:sp>
        <p:nvSpPr>
          <p:cNvPr id="4" name="Footer Placeholder 3"/>
          <p:cNvSpPr>
            <a:spLocks noGrp="1"/>
          </p:cNvSpPr>
          <p:nvPr>
            <p:ph type="ftr" sz="quarter" idx="11"/>
          </p:nvPr>
        </p:nvSpPr>
        <p:spPr/>
        <p:txBody>
          <a:bodyPr/>
          <a:lstStyle/>
          <a:p>
            <a:r>
              <a:rPr lang="en-US" smtClean="0"/>
              <a:t>OS_Sitaram Pokhrel</a:t>
            </a:r>
            <a:endParaRPr lang="en-US"/>
          </a:p>
        </p:txBody>
      </p:sp>
      <p:sp>
        <p:nvSpPr>
          <p:cNvPr id="5" name="Slide Number Placeholder 4"/>
          <p:cNvSpPr>
            <a:spLocks noGrp="1"/>
          </p:cNvSpPr>
          <p:nvPr>
            <p:ph type="sldNum" sz="quarter" idx="12"/>
          </p:nvPr>
        </p:nvSpPr>
        <p:spPr/>
        <p:txBody>
          <a:bodyPr/>
          <a:lstStyle/>
          <a:p>
            <a:fld id="{F521F47B-093A-4E4F-BDC5-AD799C149401}" type="slidenum">
              <a:rPr lang="en-US" smtClean="0"/>
              <a:t>22</a:t>
            </a:fld>
            <a:endParaRPr lang="en-US"/>
          </a:p>
        </p:txBody>
      </p:sp>
    </p:spTree>
    <p:extLst>
      <p:ext uri="{BB962C8B-B14F-4D97-AF65-F5344CB8AC3E}">
        <p14:creationId xmlns:p14="http://schemas.microsoft.com/office/powerpoint/2010/main" val="18726057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1.5 Operating System structure</a:t>
            </a:r>
            <a:endParaRPr lang="en-US" dirty="0"/>
          </a:p>
        </p:txBody>
      </p:sp>
      <p:sp>
        <p:nvSpPr>
          <p:cNvPr id="3" name="Content Placeholder 2"/>
          <p:cNvSpPr>
            <a:spLocks noGrp="1"/>
          </p:cNvSpPr>
          <p:nvPr>
            <p:ph idx="1"/>
          </p:nvPr>
        </p:nvSpPr>
        <p:spPr/>
        <p:txBody>
          <a:bodyPr/>
          <a:lstStyle/>
          <a:p>
            <a:r>
              <a:rPr lang="en-US" dirty="0" smtClean="0"/>
              <a:t>Structures are OS models or framework that unites the many features and services the OS provides and task it performs.</a:t>
            </a:r>
          </a:p>
          <a:p>
            <a:r>
              <a:rPr lang="en-US" dirty="0" smtClean="0"/>
              <a:t>Following are the structured mechanism of OS:</a:t>
            </a:r>
          </a:p>
          <a:p>
            <a:pPr marL="514350" indent="-514350">
              <a:buFont typeface="+mj-lt"/>
              <a:buAutoNum type="arabicPeriod"/>
            </a:pPr>
            <a:r>
              <a:rPr lang="en-US" dirty="0" smtClean="0"/>
              <a:t>Monolithic System</a:t>
            </a:r>
          </a:p>
          <a:p>
            <a:pPr marL="514350" indent="-514350">
              <a:buFont typeface="+mj-lt"/>
              <a:buAutoNum type="arabicPeriod"/>
            </a:pPr>
            <a:r>
              <a:rPr lang="en-US" dirty="0" smtClean="0"/>
              <a:t>Layered System</a:t>
            </a:r>
          </a:p>
          <a:p>
            <a:pPr marL="514350" indent="-514350">
              <a:buFont typeface="+mj-lt"/>
              <a:buAutoNum type="arabicPeriod"/>
            </a:pPr>
            <a:r>
              <a:rPr lang="en-US" dirty="0" smtClean="0"/>
              <a:t>Micro Kernel system</a:t>
            </a:r>
          </a:p>
          <a:p>
            <a:pPr marL="514350" indent="-514350">
              <a:buFont typeface="+mj-lt"/>
              <a:buAutoNum type="arabicPeriod"/>
            </a:pPr>
            <a:r>
              <a:rPr lang="en-US" dirty="0" smtClean="0"/>
              <a:t>Client server System</a:t>
            </a:r>
          </a:p>
          <a:p>
            <a:pPr marL="514350" indent="-514350">
              <a:buFont typeface="+mj-lt"/>
              <a:buAutoNum type="arabicPeriod"/>
            </a:pPr>
            <a:r>
              <a:rPr lang="en-US" dirty="0" smtClean="0"/>
              <a:t>Virtual Machine</a:t>
            </a:r>
          </a:p>
          <a:p>
            <a:pPr marL="514350" indent="-514350">
              <a:buFont typeface="+mj-lt"/>
              <a:buAutoNum type="arabicPeriod"/>
            </a:pPr>
            <a:endParaRPr lang="en-US" dirty="0"/>
          </a:p>
        </p:txBody>
      </p:sp>
      <p:sp>
        <p:nvSpPr>
          <p:cNvPr id="4" name="Footer Placeholder 3"/>
          <p:cNvSpPr>
            <a:spLocks noGrp="1"/>
          </p:cNvSpPr>
          <p:nvPr>
            <p:ph type="ftr" sz="quarter" idx="11"/>
          </p:nvPr>
        </p:nvSpPr>
        <p:spPr/>
        <p:txBody>
          <a:bodyPr/>
          <a:lstStyle/>
          <a:p>
            <a:r>
              <a:rPr lang="en-US" smtClean="0"/>
              <a:t>OS_Sitaram Pokhrel</a:t>
            </a:r>
            <a:endParaRPr lang="en-US"/>
          </a:p>
        </p:txBody>
      </p:sp>
      <p:sp>
        <p:nvSpPr>
          <p:cNvPr id="5" name="Slide Number Placeholder 4"/>
          <p:cNvSpPr>
            <a:spLocks noGrp="1"/>
          </p:cNvSpPr>
          <p:nvPr>
            <p:ph type="sldNum" sz="quarter" idx="12"/>
          </p:nvPr>
        </p:nvSpPr>
        <p:spPr/>
        <p:txBody>
          <a:bodyPr/>
          <a:lstStyle/>
          <a:p>
            <a:fld id="{F521F47B-093A-4E4F-BDC5-AD799C149401}" type="slidenum">
              <a:rPr lang="en-US" smtClean="0"/>
              <a:t>23</a:t>
            </a:fld>
            <a:endParaRPr lang="en-US"/>
          </a:p>
        </p:txBody>
      </p:sp>
    </p:spTree>
    <p:extLst>
      <p:ext uri="{BB962C8B-B14F-4D97-AF65-F5344CB8AC3E}">
        <p14:creationId xmlns:p14="http://schemas.microsoft.com/office/powerpoint/2010/main" val="31101327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latin typeface="Arial" panose="020B0604020202020204" pitchFamily="34" charset="0"/>
                <a:ea typeface="宋体" panose="02010600030101010101" pitchFamily="2" charset="-122"/>
              </a:rPr>
              <a:t>Monolithic System</a:t>
            </a:r>
          </a:p>
        </p:txBody>
      </p:sp>
      <p:sp>
        <p:nvSpPr>
          <p:cNvPr id="3" name="Content Placeholder 2"/>
          <p:cNvSpPr>
            <a:spLocks noGrp="1"/>
          </p:cNvSpPr>
          <p:nvPr>
            <p:ph idx="1"/>
          </p:nvPr>
        </p:nvSpPr>
        <p:spPr/>
        <p:txBody>
          <a:bodyPr/>
          <a:lstStyle/>
          <a:p>
            <a:r>
              <a:rPr lang="en-US" dirty="0" smtClean="0"/>
              <a:t>Components are organized haphazardly and any module can call any other module without any reservation.</a:t>
            </a:r>
          </a:p>
          <a:p>
            <a:r>
              <a:rPr lang="en-US" dirty="0" smtClean="0"/>
              <a:t>System code runs in kernel mode and applications run in user mode, with limited set of interfaces available and with limited access to system data.</a:t>
            </a:r>
          </a:p>
          <a:p>
            <a:r>
              <a:rPr lang="en-US" dirty="0" smtClean="0"/>
              <a:t>Ex: MS-DOS, CP/M</a:t>
            </a:r>
            <a:endParaRPr lang="en-US" dirty="0"/>
          </a:p>
        </p:txBody>
      </p:sp>
      <p:sp>
        <p:nvSpPr>
          <p:cNvPr id="4" name="Footer Placeholder 3"/>
          <p:cNvSpPr>
            <a:spLocks noGrp="1"/>
          </p:cNvSpPr>
          <p:nvPr>
            <p:ph type="ftr" sz="quarter" idx="11"/>
          </p:nvPr>
        </p:nvSpPr>
        <p:spPr/>
        <p:txBody>
          <a:bodyPr/>
          <a:lstStyle/>
          <a:p>
            <a:r>
              <a:rPr lang="en-US" smtClean="0"/>
              <a:t>OS_Sitaram Pokhrel</a:t>
            </a:r>
            <a:endParaRPr lang="en-US"/>
          </a:p>
        </p:txBody>
      </p:sp>
      <p:sp>
        <p:nvSpPr>
          <p:cNvPr id="5" name="Slide Number Placeholder 4"/>
          <p:cNvSpPr>
            <a:spLocks noGrp="1"/>
          </p:cNvSpPr>
          <p:nvPr>
            <p:ph type="sldNum" sz="quarter" idx="12"/>
          </p:nvPr>
        </p:nvSpPr>
        <p:spPr/>
        <p:txBody>
          <a:bodyPr/>
          <a:lstStyle/>
          <a:p>
            <a:fld id="{F521F47B-093A-4E4F-BDC5-AD799C149401}" type="slidenum">
              <a:rPr lang="en-US" smtClean="0"/>
              <a:t>24</a:t>
            </a:fld>
            <a:endParaRPr lang="en-US"/>
          </a:p>
        </p:txBody>
      </p:sp>
    </p:spTree>
    <p:extLst>
      <p:ext uri="{BB962C8B-B14F-4D97-AF65-F5344CB8AC3E}">
        <p14:creationId xmlns:p14="http://schemas.microsoft.com/office/powerpoint/2010/main" val="3825497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smtClean="0"/>
              <a:t>Monolithic System</a:t>
            </a:r>
            <a:endParaRPr lang="en-US" dirty="0"/>
          </a:p>
        </p:txBody>
      </p:sp>
      <p:sp>
        <p:nvSpPr>
          <p:cNvPr id="3" name="Footer Placeholder 2"/>
          <p:cNvSpPr>
            <a:spLocks noGrp="1"/>
          </p:cNvSpPr>
          <p:nvPr>
            <p:ph type="ftr" sz="quarter" idx="11"/>
          </p:nvPr>
        </p:nvSpPr>
        <p:spPr/>
        <p:txBody>
          <a:bodyPr/>
          <a:lstStyle/>
          <a:p>
            <a:r>
              <a:rPr lang="en-US" smtClean="0"/>
              <a:t>OS_Sitaram Pokhrel</a:t>
            </a:r>
            <a:endParaRPr lang="en-US"/>
          </a:p>
        </p:txBody>
      </p:sp>
      <p:sp>
        <p:nvSpPr>
          <p:cNvPr id="4" name="Slide Number Placeholder 3"/>
          <p:cNvSpPr>
            <a:spLocks noGrp="1"/>
          </p:cNvSpPr>
          <p:nvPr>
            <p:ph type="sldNum" sz="quarter" idx="12"/>
          </p:nvPr>
        </p:nvSpPr>
        <p:spPr/>
        <p:txBody>
          <a:bodyPr/>
          <a:lstStyle/>
          <a:p>
            <a:fld id="{F521F47B-093A-4E4F-BDC5-AD799C149401}" type="slidenum">
              <a:rPr lang="en-US" smtClean="0"/>
              <a:t>25</a:t>
            </a:fld>
            <a:endParaRPr lang="en-US"/>
          </a:p>
        </p:txBody>
      </p:sp>
      <p:pic>
        <p:nvPicPr>
          <p:cNvPr id="1036" name="Picture 12" descr="What is a monolithic operating system - IT Releas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48691" y="1939636"/>
            <a:ext cx="7079673" cy="45127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47432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Layered System</a:t>
            </a:r>
            <a:endParaRPr lang="en-US" dirty="0"/>
          </a:p>
        </p:txBody>
      </p:sp>
      <p:sp>
        <p:nvSpPr>
          <p:cNvPr id="3" name="Content Placeholder 2"/>
          <p:cNvSpPr>
            <a:spLocks noGrp="1"/>
          </p:cNvSpPr>
          <p:nvPr>
            <p:ph idx="1"/>
          </p:nvPr>
        </p:nvSpPr>
        <p:spPr/>
        <p:txBody>
          <a:bodyPr/>
          <a:lstStyle/>
          <a:p>
            <a:r>
              <a:rPr lang="en-US" dirty="0" smtClean="0"/>
              <a:t>Breaks the OS into number of layers (level) built upon the top of lower layers.</a:t>
            </a:r>
          </a:p>
          <a:p>
            <a:r>
              <a:rPr lang="en-US" dirty="0" smtClean="0"/>
              <a:t>The bottom layer is the hardware layer and the highest layer is the user interface. </a:t>
            </a:r>
          </a:p>
          <a:p>
            <a:r>
              <a:rPr lang="en-US" dirty="0" smtClean="0"/>
              <a:t>Simplifies debugging system and provides modularity.</a:t>
            </a:r>
          </a:p>
          <a:p>
            <a:r>
              <a:rPr lang="en-US" dirty="0" smtClean="0"/>
              <a:t>Ex: The OS</a:t>
            </a:r>
            <a:endParaRPr lang="en-US" dirty="0"/>
          </a:p>
        </p:txBody>
      </p:sp>
      <p:sp>
        <p:nvSpPr>
          <p:cNvPr id="4" name="Footer Placeholder 3"/>
          <p:cNvSpPr>
            <a:spLocks noGrp="1"/>
          </p:cNvSpPr>
          <p:nvPr>
            <p:ph type="ftr" sz="quarter" idx="11"/>
          </p:nvPr>
        </p:nvSpPr>
        <p:spPr/>
        <p:txBody>
          <a:bodyPr/>
          <a:lstStyle/>
          <a:p>
            <a:r>
              <a:rPr lang="en-US" smtClean="0"/>
              <a:t>OS_Sitaram Pokhrel</a:t>
            </a:r>
            <a:endParaRPr lang="en-US"/>
          </a:p>
        </p:txBody>
      </p:sp>
      <p:sp>
        <p:nvSpPr>
          <p:cNvPr id="5" name="Slide Number Placeholder 4"/>
          <p:cNvSpPr>
            <a:spLocks noGrp="1"/>
          </p:cNvSpPr>
          <p:nvPr>
            <p:ph type="sldNum" sz="quarter" idx="12"/>
          </p:nvPr>
        </p:nvSpPr>
        <p:spPr/>
        <p:txBody>
          <a:bodyPr/>
          <a:lstStyle/>
          <a:p>
            <a:fld id="{F521F47B-093A-4E4F-BDC5-AD799C149401}" type="slidenum">
              <a:rPr lang="en-US" smtClean="0"/>
              <a:t>26</a:t>
            </a:fld>
            <a:endParaRPr lang="en-US"/>
          </a:p>
        </p:txBody>
      </p:sp>
    </p:spTree>
    <p:extLst>
      <p:ext uri="{BB962C8B-B14F-4D97-AF65-F5344CB8AC3E}">
        <p14:creationId xmlns:p14="http://schemas.microsoft.com/office/powerpoint/2010/main" val="35469711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1027"/>
          <p:cNvSpPr>
            <a:spLocks noChangeArrowheads="1"/>
          </p:cNvSpPr>
          <p:nvPr/>
        </p:nvSpPr>
        <p:spPr bwMode="auto">
          <a:xfrm>
            <a:off x="1524000" y="0"/>
            <a:ext cx="9144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a:r>
              <a:rPr lang="en-US" altLang="zh-CN" sz="3600">
                <a:latin typeface="Arial" panose="020B0604020202020204" pitchFamily="34" charset="0"/>
                <a:ea typeface="宋体" panose="02010600030101010101" pitchFamily="2" charset="-122"/>
              </a:rPr>
              <a:t>Layered Systems</a:t>
            </a:r>
          </a:p>
        </p:txBody>
      </p:sp>
      <p:pic>
        <p:nvPicPr>
          <p:cNvPr id="2050" name="Picture 2" descr="Operating System Structur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69202" y="2033154"/>
            <a:ext cx="6839816" cy="39658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784422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Microkernel System</a:t>
            </a:r>
            <a:endParaRPr lang="en-US" dirty="0"/>
          </a:p>
        </p:txBody>
      </p:sp>
      <p:sp>
        <p:nvSpPr>
          <p:cNvPr id="3" name="Content Placeholder 2"/>
          <p:cNvSpPr>
            <a:spLocks noGrp="1"/>
          </p:cNvSpPr>
          <p:nvPr>
            <p:ph idx="1"/>
          </p:nvPr>
        </p:nvSpPr>
        <p:spPr/>
        <p:txBody>
          <a:bodyPr/>
          <a:lstStyle/>
          <a:p>
            <a:r>
              <a:rPr lang="en-US" dirty="0" smtClean="0"/>
              <a:t>The idea behind the microkernel is to achieve high reliability.</a:t>
            </a:r>
          </a:p>
          <a:p>
            <a:r>
              <a:rPr lang="en-US" dirty="0" smtClean="0"/>
              <a:t>It splits the OS into small, well defined modules, only one of which the microkernel runs in kernel mode and the rest runs as relatively powerless ordinary user process.</a:t>
            </a:r>
          </a:p>
          <a:p>
            <a:r>
              <a:rPr lang="en-US" dirty="0" smtClean="0"/>
              <a:t>Reliability, Fault tolerance, replications, heterogeneity, etc. are the main design issues in microkernel.</a:t>
            </a:r>
            <a:endParaRPr lang="en-US" dirty="0"/>
          </a:p>
        </p:txBody>
      </p:sp>
      <p:sp>
        <p:nvSpPr>
          <p:cNvPr id="4" name="Footer Placeholder 3"/>
          <p:cNvSpPr>
            <a:spLocks noGrp="1"/>
          </p:cNvSpPr>
          <p:nvPr>
            <p:ph type="ftr" sz="quarter" idx="11"/>
          </p:nvPr>
        </p:nvSpPr>
        <p:spPr/>
        <p:txBody>
          <a:bodyPr/>
          <a:lstStyle/>
          <a:p>
            <a:r>
              <a:rPr lang="en-US" smtClean="0"/>
              <a:t>OS_Sitaram Pokhrel</a:t>
            </a:r>
            <a:endParaRPr lang="en-US"/>
          </a:p>
        </p:txBody>
      </p:sp>
      <p:sp>
        <p:nvSpPr>
          <p:cNvPr id="5" name="Slide Number Placeholder 4"/>
          <p:cNvSpPr>
            <a:spLocks noGrp="1"/>
          </p:cNvSpPr>
          <p:nvPr>
            <p:ph type="sldNum" sz="quarter" idx="12"/>
          </p:nvPr>
        </p:nvSpPr>
        <p:spPr/>
        <p:txBody>
          <a:bodyPr/>
          <a:lstStyle/>
          <a:p>
            <a:fld id="{F521F47B-093A-4E4F-BDC5-AD799C149401}" type="slidenum">
              <a:rPr lang="en-US" smtClean="0"/>
              <a:t>28</a:t>
            </a:fld>
            <a:endParaRPr lang="en-US"/>
          </a:p>
        </p:txBody>
      </p:sp>
    </p:spTree>
    <p:extLst>
      <p:ext uri="{BB962C8B-B14F-4D97-AF65-F5344CB8AC3E}">
        <p14:creationId xmlns:p14="http://schemas.microsoft.com/office/powerpoint/2010/main" val="3359744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lstStyle/>
          <a:p>
            <a:r>
              <a:rPr lang="en-US" altLang="en-US" smtClean="0"/>
              <a:t>Microkernel</a:t>
            </a:r>
          </a:p>
        </p:txBody>
      </p:sp>
      <p:pic>
        <p:nvPicPr>
          <p:cNvPr id="3080" name="Picture 8" descr="Operating Systems: Structur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1491" y="1953491"/>
            <a:ext cx="8049491" cy="41840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88980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Client Server System</a:t>
            </a:r>
            <a:endParaRPr lang="en-US" dirty="0"/>
          </a:p>
        </p:txBody>
      </p:sp>
      <p:sp>
        <p:nvSpPr>
          <p:cNvPr id="3" name="Content Placeholder 2"/>
          <p:cNvSpPr>
            <a:spLocks noGrp="1"/>
          </p:cNvSpPr>
          <p:nvPr>
            <p:ph idx="1"/>
          </p:nvPr>
        </p:nvSpPr>
        <p:spPr/>
        <p:txBody>
          <a:bodyPr/>
          <a:lstStyle/>
          <a:p>
            <a:r>
              <a:rPr lang="en-US" dirty="0" smtClean="0"/>
              <a:t>Here the client which can be either another OS component or application program, request a service by sending messages to the server. (Request)</a:t>
            </a:r>
          </a:p>
          <a:p>
            <a:r>
              <a:rPr lang="en-US" dirty="0" smtClean="0"/>
              <a:t>An OS kernel (Microkernel) running in kernel mode delivers the message to the  appropriate server.</a:t>
            </a:r>
          </a:p>
          <a:p>
            <a:r>
              <a:rPr lang="en-US" dirty="0" smtClean="0"/>
              <a:t>The server performs the operation and microkernel delivers the result to the client in another message. (Reply)</a:t>
            </a:r>
            <a:endParaRPr lang="en-US" dirty="0"/>
          </a:p>
        </p:txBody>
      </p:sp>
      <p:sp>
        <p:nvSpPr>
          <p:cNvPr id="4" name="Footer Placeholder 3"/>
          <p:cNvSpPr>
            <a:spLocks noGrp="1"/>
          </p:cNvSpPr>
          <p:nvPr>
            <p:ph type="ftr" sz="quarter" idx="11"/>
          </p:nvPr>
        </p:nvSpPr>
        <p:spPr/>
        <p:txBody>
          <a:bodyPr/>
          <a:lstStyle/>
          <a:p>
            <a:r>
              <a:rPr lang="en-US" smtClean="0"/>
              <a:t>OS_Sitaram Pokhrel</a:t>
            </a:r>
            <a:endParaRPr lang="en-US"/>
          </a:p>
        </p:txBody>
      </p:sp>
      <p:sp>
        <p:nvSpPr>
          <p:cNvPr id="5" name="Slide Number Placeholder 4"/>
          <p:cNvSpPr>
            <a:spLocks noGrp="1"/>
          </p:cNvSpPr>
          <p:nvPr>
            <p:ph type="sldNum" sz="quarter" idx="12"/>
          </p:nvPr>
        </p:nvSpPr>
        <p:spPr/>
        <p:txBody>
          <a:bodyPr/>
          <a:lstStyle/>
          <a:p>
            <a:fld id="{F521F47B-093A-4E4F-BDC5-AD799C149401}" type="slidenum">
              <a:rPr lang="en-US" smtClean="0"/>
              <a:t>30</a:t>
            </a:fld>
            <a:endParaRPr lang="en-US"/>
          </a:p>
        </p:txBody>
      </p:sp>
    </p:spTree>
    <p:extLst>
      <p:ext uri="{BB962C8B-B14F-4D97-AF65-F5344CB8AC3E}">
        <p14:creationId xmlns:p14="http://schemas.microsoft.com/office/powerpoint/2010/main" val="26914642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1027"/>
          <p:cNvSpPr>
            <a:spLocks noChangeArrowheads="1"/>
          </p:cNvSpPr>
          <p:nvPr/>
        </p:nvSpPr>
        <p:spPr bwMode="auto">
          <a:xfrm>
            <a:off x="1524000" y="374077"/>
            <a:ext cx="9144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zh-CN" sz="3600" dirty="0">
                <a:latin typeface="Arial" panose="020B0604020202020204" pitchFamily="34" charset="0"/>
                <a:ea typeface="宋体" panose="02010600030101010101" pitchFamily="2" charset="-122"/>
              </a:rPr>
              <a:t>Client-Server Model</a:t>
            </a:r>
          </a:p>
        </p:txBody>
      </p:sp>
      <p:pic>
        <p:nvPicPr>
          <p:cNvPr id="38917" name="Picture 1030" descr="01-2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8850" y="2469144"/>
            <a:ext cx="7734300" cy="3183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2588599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p:txBody>
          <a:bodyPr/>
          <a:lstStyle/>
          <a:p>
            <a:r>
              <a:rPr lang="en-US" altLang="en-US" smtClean="0"/>
              <a:t>Virtual Machine</a:t>
            </a:r>
          </a:p>
        </p:txBody>
      </p:sp>
      <p:sp>
        <p:nvSpPr>
          <p:cNvPr id="41987" name="Content Placeholder 2"/>
          <p:cNvSpPr>
            <a:spLocks noGrp="1"/>
          </p:cNvSpPr>
          <p:nvPr>
            <p:ph idx="1"/>
          </p:nvPr>
        </p:nvSpPr>
        <p:spPr/>
        <p:txBody>
          <a:bodyPr/>
          <a:lstStyle/>
          <a:p>
            <a:r>
              <a:rPr lang="en-US" altLang="en-US" dirty="0" smtClean="0"/>
              <a:t>This approach provides an interface that is identical to the underlying bare hardware i.e. provides exact duplicate of the underlying machine.</a:t>
            </a:r>
          </a:p>
          <a:p>
            <a:r>
              <a:rPr lang="en-US" altLang="en-US" dirty="0" smtClean="0"/>
              <a:t>Each process is provided with the (virtual) copy of the underlying computer (as shown in figure b, in next slide).</a:t>
            </a:r>
          </a:p>
          <a:p>
            <a:r>
              <a:rPr lang="en-US" altLang="en-US" dirty="0" smtClean="0"/>
              <a:t>Difficult to implement .</a:t>
            </a:r>
          </a:p>
          <a:p>
            <a:r>
              <a:rPr lang="en-US" altLang="en-US" dirty="0" smtClean="0"/>
              <a:t>Ex: JAVA VM.</a:t>
            </a:r>
          </a:p>
          <a:p>
            <a:endParaRPr lang="en-US" altLang="en-US" dirty="0" smtClean="0"/>
          </a:p>
        </p:txBody>
      </p:sp>
    </p:spTree>
    <p:extLst>
      <p:ext uri="{BB962C8B-B14F-4D97-AF65-F5344CB8AC3E}">
        <p14:creationId xmlns:p14="http://schemas.microsoft.com/office/powerpoint/2010/main" val="37420144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a:xfrm>
            <a:off x="2152650" y="365126"/>
            <a:ext cx="7886700" cy="625475"/>
          </a:xfrm>
        </p:spPr>
        <p:txBody>
          <a:bodyPr>
            <a:normAutofit fontScale="90000"/>
          </a:bodyPr>
          <a:lstStyle/>
          <a:p>
            <a:pPr eaLnBrk="1" hangingPunct="1"/>
            <a:r>
              <a:rPr lang="en-US" altLang="en-US" smtClean="0"/>
              <a:t>Virtual Machine</a:t>
            </a:r>
          </a:p>
        </p:txBody>
      </p:sp>
      <p:pic>
        <p:nvPicPr>
          <p:cNvPr id="40963" name="Picture 2" descr="Operating Systems: Structur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67063" y="1228725"/>
            <a:ext cx="4519612" cy="3386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4" name="TextBox 2"/>
          <p:cNvSpPr txBox="1">
            <a:spLocks noChangeArrowheads="1"/>
          </p:cNvSpPr>
          <p:nvPr/>
        </p:nvSpPr>
        <p:spPr bwMode="auto">
          <a:xfrm>
            <a:off x="2489200" y="6400800"/>
            <a:ext cx="1574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US" altLang="en-US"/>
          </a:p>
        </p:txBody>
      </p:sp>
      <p:sp>
        <p:nvSpPr>
          <p:cNvPr id="40965" name="TextBox 6"/>
          <p:cNvSpPr txBox="1">
            <a:spLocks noChangeArrowheads="1"/>
          </p:cNvSpPr>
          <p:nvPr/>
        </p:nvSpPr>
        <p:spPr bwMode="auto">
          <a:xfrm>
            <a:off x="4064000" y="5153026"/>
            <a:ext cx="27178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buFontTx/>
              <a:buAutoNum type="alphaLcPeriod"/>
            </a:pPr>
            <a:r>
              <a:rPr lang="en-US" altLang="en-US"/>
              <a:t>Non Virtual Machine</a:t>
            </a:r>
          </a:p>
          <a:p>
            <a:pPr>
              <a:buFontTx/>
              <a:buAutoNum type="alphaLcPeriod"/>
            </a:pPr>
            <a:r>
              <a:rPr lang="en-US" altLang="en-US"/>
              <a:t>Virtual Machine</a:t>
            </a:r>
          </a:p>
        </p:txBody>
      </p:sp>
    </p:spTree>
    <p:extLst>
      <p:ext uri="{BB962C8B-B14F-4D97-AF65-F5344CB8AC3E}">
        <p14:creationId xmlns:p14="http://schemas.microsoft.com/office/powerpoint/2010/main" val="31586927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1.6 Operating System Services</a:t>
            </a:r>
            <a:endParaRPr lang="en-US" dirty="0"/>
          </a:p>
        </p:txBody>
      </p:sp>
      <p:sp>
        <p:nvSpPr>
          <p:cNvPr id="3" name="Content Placeholder 2"/>
          <p:cNvSpPr>
            <a:spLocks noGrp="1"/>
          </p:cNvSpPr>
          <p:nvPr>
            <p:ph idx="1"/>
          </p:nvPr>
        </p:nvSpPr>
        <p:spPr/>
        <p:txBody>
          <a:bodyPr/>
          <a:lstStyle/>
          <a:p>
            <a:pPr marL="514350" indent="-514350">
              <a:buFont typeface="+mj-lt"/>
              <a:buAutoNum type="arabicPeriod"/>
            </a:pPr>
            <a:r>
              <a:rPr lang="en-US" dirty="0" smtClean="0"/>
              <a:t>System Calls</a:t>
            </a:r>
          </a:p>
          <a:p>
            <a:pPr marL="514350" indent="-514350">
              <a:buFont typeface="+mj-lt"/>
              <a:buAutoNum type="arabicPeriod"/>
            </a:pPr>
            <a:r>
              <a:rPr lang="en-US" dirty="0" smtClean="0"/>
              <a:t>Shell Commands</a:t>
            </a:r>
          </a:p>
          <a:p>
            <a:pPr marL="514350" indent="-514350">
              <a:buFont typeface="+mj-lt"/>
              <a:buAutoNum type="arabicPeriod"/>
            </a:pPr>
            <a:r>
              <a:rPr lang="en-US" dirty="0" smtClean="0"/>
              <a:t>Shell Programming</a:t>
            </a:r>
            <a:endParaRPr lang="en-US" dirty="0"/>
          </a:p>
        </p:txBody>
      </p:sp>
      <p:sp>
        <p:nvSpPr>
          <p:cNvPr id="4" name="Footer Placeholder 3"/>
          <p:cNvSpPr>
            <a:spLocks noGrp="1"/>
          </p:cNvSpPr>
          <p:nvPr>
            <p:ph type="ftr" sz="quarter" idx="11"/>
          </p:nvPr>
        </p:nvSpPr>
        <p:spPr/>
        <p:txBody>
          <a:bodyPr/>
          <a:lstStyle/>
          <a:p>
            <a:r>
              <a:rPr lang="en-US" smtClean="0"/>
              <a:t>OS_Sitaram Pokhrel</a:t>
            </a:r>
            <a:endParaRPr lang="en-US"/>
          </a:p>
        </p:txBody>
      </p:sp>
      <p:sp>
        <p:nvSpPr>
          <p:cNvPr id="5" name="Slide Number Placeholder 4"/>
          <p:cNvSpPr>
            <a:spLocks noGrp="1"/>
          </p:cNvSpPr>
          <p:nvPr>
            <p:ph type="sldNum" sz="quarter" idx="12"/>
          </p:nvPr>
        </p:nvSpPr>
        <p:spPr/>
        <p:txBody>
          <a:bodyPr/>
          <a:lstStyle/>
          <a:p>
            <a:fld id="{F521F47B-093A-4E4F-BDC5-AD799C149401}" type="slidenum">
              <a:rPr lang="en-US" smtClean="0"/>
              <a:t>34</a:t>
            </a:fld>
            <a:endParaRPr lang="en-US"/>
          </a:p>
        </p:txBody>
      </p:sp>
    </p:spTree>
    <p:extLst>
      <p:ext uri="{BB962C8B-B14F-4D97-AF65-F5344CB8AC3E}">
        <p14:creationId xmlns:p14="http://schemas.microsoft.com/office/powerpoint/2010/main" val="9663583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System Calls</a:t>
            </a:r>
            <a:endParaRPr lang="en-US" dirty="0"/>
          </a:p>
        </p:txBody>
      </p:sp>
      <p:sp>
        <p:nvSpPr>
          <p:cNvPr id="3" name="Content Placeholder 2"/>
          <p:cNvSpPr>
            <a:spLocks noGrp="1"/>
          </p:cNvSpPr>
          <p:nvPr>
            <p:ph idx="1"/>
          </p:nvPr>
        </p:nvSpPr>
        <p:spPr/>
        <p:txBody>
          <a:bodyPr>
            <a:normAutofit lnSpcReduction="10000"/>
          </a:bodyPr>
          <a:lstStyle/>
          <a:p>
            <a:r>
              <a:rPr lang="en-US" dirty="0" smtClean="0"/>
              <a:t>System call is how a program requests a service from an OS’s kernel.</a:t>
            </a:r>
          </a:p>
          <a:p>
            <a:r>
              <a:rPr lang="en-US" dirty="0" smtClean="0"/>
              <a:t>This may include hardware related services (ex. Accessing Hard disk), creating and executing new process, communication between processes, etc.</a:t>
            </a:r>
          </a:p>
          <a:p>
            <a:r>
              <a:rPr lang="en-US" dirty="0" smtClean="0"/>
              <a:t>System call provides the interface between process and OS.</a:t>
            </a:r>
          </a:p>
          <a:p>
            <a:r>
              <a:rPr lang="en-US" dirty="0" smtClean="0"/>
              <a:t>It can be grouped into many categories such as:</a:t>
            </a:r>
          </a:p>
          <a:p>
            <a:pPr marL="514350" indent="-514350">
              <a:buFont typeface="+mj-lt"/>
              <a:buAutoNum type="arabicPeriod"/>
            </a:pPr>
            <a:r>
              <a:rPr lang="en-US" dirty="0" smtClean="0"/>
              <a:t>Process Control (load, execute, create, terminate, allocate, free, get or set </a:t>
            </a:r>
            <a:r>
              <a:rPr lang="en-US" dirty="0" err="1" smtClean="0"/>
              <a:t>sttributes</a:t>
            </a:r>
            <a:r>
              <a:rPr lang="en-US" dirty="0" smtClean="0"/>
              <a:t>, wait, </a:t>
            </a:r>
            <a:r>
              <a:rPr lang="en-US" dirty="0" err="1" smtClean="0"/>
              <a:t>etc</a:t>
            </a:r>
            <a:r>
              <a:rPr lang="en-US" dirty="0" smtClean="0"/>
              <a:t>)</a:t>
            </a:r>
          </a:p>
          <a:p>
            <a:pPr marL="514350" indent="-514350">
              <a:buFont typeface="+mj-lt"/>
              <a:buAutoNum type="arabicPeriod"/>
            </a:pPr>
            <a:r>
              <a:rPr lang="en-US" dirty="0" smtClean="0"/>
              <a:t>File management (create, delete, open, </a:t>
            </a:r>
            <a:r>
              <a:rPr lang="en-US" dirty="0" err="1" smtClean="0"/>
              <a:t>close,read</a:t>
            </a:r>
            <a:r>
              <a:rPr lang="en-US" dirty="0" smtClean="0"/>
              <a:t>/write, get/set file attributes)</a:t>
            </a:r>
          </a:p>
          <a:p>
            <a:pPr marL="514350" indent="-514350">
              <a:buFont typeface="+mj-lt"/>
              <a:buAutoNum type="arabicPeriod"/>
            </a:pPr>
            <a:endParaRPr lang="en-US" dirty="0"/>
          </a:p>
        </p:txBody>
      </p:sp>
      <p:sp>
        <p:nvSpPr>
          <p:cNvPr id="4" name="Footer Placeholder 3"/>
          <p:cNvSpPr>
            <a:spLocks noGrp="1"/>
          </p:cNvSpPr>
          <p:nvPr>
            <p:ph type="ftr" sz="quarter" idx="11"/>
          </p:nvPr>
        </p:nvSpPr>
        <p:spPr/>
        <p:txBody>
          <a:bodyPr/>
          <a:lstStyle/>
          <a:p>
            <a:r>
              <a:rPr lang="en-US" smtClean="0"/>
              <a:t>OS_Sitaram Pokhrel</a:t>
            </a:r>
            <a:endParaRPr lang="en-US"/>
          </a:p>
        </p:txBody>
      </p:sp>
      <p:sp>
        <p:nvSpPr>
          <p:cNvPr id="5" name="Slide Number Placeholder 4"/>
          <p:cNvSpPr>
            <a:spLocks noGrp="1"/>
          </p:cNvSpPr>
          <p:nvPr>
            <p:ph type="sldNum" sz="quarter" idx="12"/>
          </p:nvPr>
        </p:nvSpPr>
        <p:spPr/>
        <p:txBody>
          <a:bodyPr/>
          <a:lstStyle/>
          <a:p>
            <a:fld id="{F521F47B-093A-4E4F-BDC5-AD799C149401}" type="slidenum">
              <a:rPr lang="en-US" smtClean="0"/>
              <a:t>35</a:t>
            </a:fld>
            <a:endParaRPr lang="en-US"/>
          </a:p>
        </p:txBody>
      </p:sp>
    </p:spTree>
    <p:extLst>
      <p:ext uri="{BB962C8B-B14F-4D97-AF65-F5344CB8AC3E}">
        <p14:creationId xmlns:p14="http://schemas.microsoft.com/office/powerpoint/2010/main" val="4208704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System Calls</a:t>
            </a:r>
            <a:endParaRPr lang="en-US" dirty="0"/>
          </a:p>
        </p:txBody>
      </p:sp>
      <p:sp>
        <p:nvSpPr>
          <p:cNvPr id="3" name="Content Placeholder 2"/>
          <p:cNvSpPr>
            <a:spLocks noGrp="1"/>
          </p:cNvSpPr>
          <p:nvPr>
            <p:ph idx="1"/>
          </p:nvPr>
        </p:nvSpPr>
        <p:spPr/>
        <p:txBody>
          <a:bodyPr/>
          <a:lstStyle/>
          <a:p>
            <a:pPr marL="0" indent="0">
              <a:buNone/>
            </a:pPr>
            <a:r>
              <a:rPr lang="en-US" dirty="0" smtClean="0"/>
              <a:t>3. Device management (request device, release device, read, write, reposition, get/set device attributes)</a:t>
            </a:r>
          </a:p>
          <a:p>
            <a:pPr marL="0" indent="0">
              <a:buNone/>
            </a:pPr>
            <a:r>
              <a:rPr lang="en-US" dirty="0" smtClean="0"/>
              <a:t>4. Communication (create/delete communication, send/receive messages, transfer status information, attach/detach remote devices)</a:t>
            </a:r>
          </a:p>
          <a:p>
            <a:pPr marL="0" indent="0">
              <a:buNone/>
            </a:pPr>
            <a:r>
              <a:rPr lang="en-US" dirty="0" smtClean="0"/>
              <a:t>5. Information maintenance (get/set time or date, get/set system data, get/set process, file or device attributes)</a:t>
            </a:r>
            <a:endParaRPr lang="en-US" dirty="0"/>
          </a:p>
        </p:txBody>
      </p:sp>
      <p:sp>
        <p:nvSpPr>
          <p:cNvPr id="4" name="Footer Placeholder 3"/>
          <p:cNvSpPr>
            <a:spLocks noGrp="1"/>
          </p:cNvSpPr>
          <p:nvPr>
            <p:ph type="ftr" sz="quarter" idx="11"/>
          </p:nvPr>
        </p:nvSpPr>
        <p:spPr/>
        <p:txBody>
          <a:bodyPr/>
          <a:lstStyle/>
          <a:p>
            <a:r>
              <a:rPr lang="en-US" smtClean="0"/>
              <a:t>OS_Sitaram Pokhrel</a:t>
            </a:r>
            <a:endParaRPr lang="en-US"/>
          </a:p>
        </p:txBody>
      </p:sp>
      <p:sp>
        <p:nvSpPr>
          <p:cNvPr id="5" name="Slide Number Placeholder 4"/>
          <p:cNvSpPr>
            <a:spLocks noGrp="1"/>
          </p:cNvSpPr>
          <p:nvPr>
            <p:ph type="sldNum" sz="quarter" idx="12"/>
          </p:nvPr>
        </p:nvSpPr>
        <p:spPr/>
        <p:txBody>
          <a:bodyPr/>
          <a:lstStyle/>
          <a:p>
            <a:fld id="{F521F47B-093A-4E4F-BDC5-AD799C149401}" type="slidenum">
              <a:rPr lang="en-US" smtClean="0"/>
              <a:t>36</a:t>
            </a:fld>
            <a:endParaRPr lang="en-US"/>
          </a:p>
        </p:txBody>
      </p:sp>
    </p:spTree>
    <p:extLst>
      <p:ext uri="{BB962C8B-B14F-4D97-AF65-F5344CB8AC3E}">
        <p14:creationId xmlns:p14="http://schemas.microsoft.com/office/powerpoint/2010/main" val="42073834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Shell commands</a:t>
            </a:r>
            <a:endParaRPr lang="en-US" dirty="0"/>
          </a:p>
        </p:txBody>
      </p:sp>
      <p:sp>
        <p:nvSpPr>
          <p:cNvPr id="3" name="Content Placeholder 2"/>
          <p:cNvSpPr>
            <a:spLocks noGrp="1"/>
          </p:cNvSpPr>
          <p:nvPr>
            <p:ph idx="1"/>
          </p:nvPr>
        </p:nvSpPr>
        <p:spPr/>
        <p:txBody>
          <a:bodyPr/>
          <a:lstStyle/>
          <a:p>
            <a:r>
              <a:rPr lang="en-US" dirty="0" smtClean="0"/>
              <a:t>Shell is a command interpreter that reads commands from console/terminal.</a:t>
            </a:r>
          </a:p>
          <a:p>
            <a:r>
              <a:rPr lang="en-US" dirty="0" smtClean="0"/>
              <a:t>It is the outer layer of the OS and is a interface between user and internal part of OS.</a:t>
            </a:r>
          </a:p>
          <a:p>
            <a:r>
              <a:rPr lang="en-US" dirty="0" smtClean="0"/>
              <a:t>A user is in shell (</a:t>
            </a:r>
            <a:r>
              <a:rPr lang="en-US" dirty="0" err="1" smtClean="0"/>
              <a:t>i.e</a:t>
            </a:r>
            <a:r>
              <a:rPr lang="en-US" dirty="0" smtClean="0"/>
              <a:t> interacting with the shell) as soon as the user has logged into the system.</a:t>
            </a:r>
          </a:p>
          <a:p>
            <a:r>
              <a:rPr lang="en-US" dirty="0" smtClean="0"/>
              <a:t>There are thousand of commands available for the command line user.</a:t>
            </a:r>
            <a:endParaRPr lang="en-US" dirty="0"/>
          </a:p>
        </p:txBody>
      </p:sp>
      <p:sp>
        <p:nvSpPr>
          <p:cNvPr id="4" name="Footer Placeholder 3"/>
          <p:cNvSpPr>
            <a:spLocks noGrp="1"/>
          </p:cNvSpPr>
          <p:nvPr>
            <p:ph type="ftr" sz="quarter" idx="11"/>
          </p:nvPr>
        </p:nvSpPr>
        <p:spPr/>
        <p:txBody>
          <a:bodyPr/>
          <a:lstStyle/>
          <a:p>
            <a:r>
              <a:rPr lang="en-US" smtClean="0"/>
              <a:t>OS_Sitaram Pokhrel</a:t>
            </a:r>
            <a:endParaRPr lang="en-US"/>
          </a:p>
        </p:txBody>
      </p:sp>
      <p:sp>
        <p:nvSpPr>
          <p:cNvPr id="5" name="Slide Number Placeholder 4"/>
          <p:cNvSpPr>
            <a:spLocks noGrp="1"/>
          </p:cNvSpPr>
          <p:nvPr>
            <p:ph type="sldNum" sz="quarter" idx="12"/>
          </p:nvPr>
        </p:nvSpPr>
        <p:spPr/>
        <p:txBody>
          <a:bodyPr/>
          <a:lstStyle/>
          <a:p>
            <a:fld id="{F521F47B-093A-4E4F-BDC5-AD799C149401}" type="slidenum">
              <a:rPr lang="en-US" smtClean="0"/>
              <a:t>37</a:t>
            </a:fld>
            <a:endParaRPr lang="en-US"/>
          </a:p>
        </p:txBody>
      </p:sp>
    </p:spTree>
    <p:extLst>
      <p:ext uri="{BB962C8B-B14F-4D97-AF65-F5344CB8AC3E}">
        <p14:creationId xmlns:p14="http://schemas.microsoft.com/office/powerpoint/2010/main" val="18910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Shell Programming</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Works as scripting language interpreter.</a:t>
            </a:r>
          </a:p>
          <a:p>
            <a:r>
              <a:rPr lang="en-US" dirty="0" smtClean="0"/>
              <a:t>With thousands of commands available for the command line user, we also use the power of the shell to automate things for which we write shell scripts which is called shell programming.</a:t>
            </a:r>
          </a:p>
          <a:p>
            <a:r>
              <a:rPr lang="en-US" dirty="0" smtClean="0"/>
              <a:t>A shell script is a file containing a series of commands.</a:t>
            </a:r>
          </a:p>
          <a:p>
            <a:r>
              <a:rPr lang="en-US" dirty="0" smtClean="0"/>
              <a:t>The shell reads this file and carries out commands as though they have been entered directly on command line.</a:t>
            </a:r>
          </a:p>
          <a:p>
            <a:r>
              <a:rPr lang="en-US" dirty="0" smtClean="0"/>
              <a:t>Shell script may assign values to shell variables and then read them later.</a:t>
            </a:r>
          </a:p>
          <a:p>
            <a:r>
              <a:rPr lang="en-US" dirty="0" smtClean="0"/>
              <a:t>They may also have parameters and use if, for, while and case constructs.</a:t>
            </a:r>
          </a:p>
          <a:p>
            <a:r>
              <a:rPr lang="en-US" dirty="0" smtClean="0"/>
              <a:t>Shell script is really a program written in c language. </a:t>
            </a:r>
            <a:endParaRPr lang="en-US" dirty="0"/>
          </a:p>
        </p:txBody>
      </p:sp>
      <p:sp>
        <p:nvSpPr>
          <p:cNvPr id="4" name="Footer Placeholder 3"/>
          <p:cNvSpPr>
            <a:spLocks noGrp="1"/>
          </p:cNvSpPr>
          <p:nvPr>
            <p:ph type="ftr" sz="quarter" idx="11"/>
          </p:nvPr>
        </p:nvSpPr>
        <p:spPr/>
        <p:txBody>
          <a:bodyPr/>
          <a:lstStyle/>
          <a:p>
            <a:r>
              <a:rPr lang="en-US" smtClean="0"/>
              <a:t>OS_Sitaram Pokhrel</a:t>
            </a:r>
            <a:endParaRPr lang="en-US"/>
          </a:p>
        </p:txBody>
      </p:sp>
      <p:sp>
        <p:nvSpPr>
          <p:cNvPr id="5" name="Slide Number Placeholder 4"/>
          <p:cNvSpPr>
            <a:spLocks noGrp="1"/>
          </p:cNvSpPr>
          <p:nvPr>
            <p:ph type="sldNum" sz="quarter" idx="12"/>
          </p:nvPr>
        </p:nvSpPr>
        <p:spPr/>
        <p:txBody>
          <a:bodyPr/>
          <a:lstStyle/>
          <a:p>
            <a:fld id="{F521F47B-093A-4E4F-BDC5-AD799C149401}" type="slidenum">
              <a:rPr lang="en-US" smtClean="0"/>
              <a:t>38</a:t>
            </a:fld>
            <a:endParaRPr lang="en-US"/>
          </a:p>
        </p:txBody>
      </p:sp>
    </p:spTree>
    <p:extLst>
      <p:ext uri="{BB962C8B-B14F-4D97-AF65-F5344CB8AC3E}">
        <p14:creationId xmlns:p14="http://schemas.microsoft.com/office/powerpoint/2010/main" val="21687527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Examples of OS</a:t>
            </a:r>
            <a:endParaRPr lang="en-US" dirty="0"/>
          </a:p>
        </p:txBody>
      </p:sp>
      <p:sp>
        <p:nvSpPr>
          <p:cNvPr id="3" name="Content Placeholder 2"/>
          <p:cNvSpPr>
            <a:spLocks noGrp="1"/>
          </p:cNvSpPr>
          <p:nvPr>
            <p:ph idx="1"/>
          </p:nvPr>
        </p:nvSpPr>
        <p:spPr/>
        <p:txBody>
          <a:bodyPr/>
          <a:lstStyle/>
          <a:p>
            <a:r>
              <a:rPr lang="en-US" dirty="0" smtClean="0"/>
              <a:t>UNIX</a:t>
            </a:r>
          </a:p>
          <a:p>
            <a:r>
              <a:rPr lang="en-US" dirty="0" smtClean="0"/>
              <a:t>LINUX</a:t>
            </a:r>
          </a:p>
          <a:p>
            <a:r>
              <a:rPr lang="en-US" dirty="0" smtClean="0"/>
              <a:t>MS-Windows</a:t>
            </a:r>
          </a:p>
          <a:p>
            <a:r>
              <a:rPr lang="en-US" dirty="0" smtClean="0"/>
              <a:t>Handheld OS</a:t>
            </a:r>
          </a:p>
          <a:p>
            <a:r>
              <a:rPr lang="en-US" dirty="0" smtClean="0"/>
              <a:t>Mach OS</a:t>
            </a:r>
          </a:p>
          <a:p>
            <a:r>
              <a:rPr lang="en-US"/>
              <a:t>e</a:t>
            </a:r>
            <a:r>
              <a:rPr lang="en-US" smtClean="0"/>
              <a:t>tc</a:t>
            </a:r>
            <a:r>
              <a:rPr lang="en-US" dirty="0" smtClean="0"/>
              <a:t>.</a:t>
            </a:r>
          </a:p>
          <a:p>
            <a:endParaRPr lang="en-US" dirty="0"/>
          </a:p>
        </p:txBody>
      </p:sp>
      <p:sp>
        <p:nvSpPr>
          <p:cNvPr id="4" name="Footer Placeholder 3"/>
          <p:cNvSpPr>
            <a:spLocks noGrp="1"/>
          </p:cNvSpPr>
          <p:nvPr>
            <p:ph type="ftr" sz="quarter" idx="11"/>
          </p:nvPr>
        </p:nvSpPr>
        <p:spPr/>
        <p:txBody>
          <a:bodyPr/>
          <a:lstStyle/>
          <a:p>
            <a:r>
              <a:rPr lang="en-US" smtClean="0"/>
              <a:t>OS_Sitaram Pokhrel</a:t>
            </a:r>
            <a:endParaRPr lang="en-US"/>
          </a:p>
        </p:txBody>
      </p:sp>
      <p:sp>
        <p:nvSpPr>
          <p:cNvPr id="5" name="Slide Number Placeholder 4"/>
          <p:cNvSpPr>
            <a:spLocks noGrp="1"/>
          </p:cNvSpPr>
          <p:nvPr>
            <p:ph type="sldNum" sz="quarter" idx="12"/>
          </p:nvPr>
        </p:nvSpPr>
        <p:spPr/>
        <p:txBody>
          <a:bodyPr/>
          <a:lstStyle/>
          <a:p>
            <a:fld id="{F521F47B-093A-4E4F-BDC5-AD799C149401}" type="slidenum">
              <a:rPr lang="en-US" smtClean="0"/>
              <a:t>39</a:t>
            </a:fld>
            <a:endParaRPr lang="en-US"/>
          </a:p>
        </p:txBody>
      </p:sp>
    </p:spTree>
    <p:extLst>
      <p:ext uri="{BB962C8B-B14F-4D97-AF65-F5344CB8AC3E}">
        <p14:creationId xmlns:p14="http://schemas.microsoft.com/office/powerpoint/2010/main" val="26857924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173</TotalTime>
  <Words>1614</Words>
  <Application>Microsoft Office PowerPoint</Application>
  <PresentationFormat>Custom</PresentationFormat>
  <Paragraphs>241</Paragraphs>
  <Slides>39</Slides>
  <Notes>2</Notes>
  <HiddenSlides>0</HiddenSlides>
  <MMClips>0</MMClips>
  <ScaleCrop>false</ScaleCrop>
  <HeadingPairs>
    <vt:vector size="4" baseType="variant">
      <vt:variant>
        <vt:lpstr>Theme</vt:lpstr>
      </vt:variant>
      <vt:variant>
        <vt:i4>1</vt:i4>
      </vt:variant>
      <vt:variant>
        <vt:lpstr>Slide Titles</vt:lpstr>
      </vt:variant>
      <vt:variant>
        <vt:i4>39</vt:i4>
      </vt:variant>
    </vt:vector>
  </HeadingPairs>
  <TitlesOfParts>
    <vt:vector size="40" baseType="lpstr">
      <vt:lpstr>Office Theme</vt:lpstr>
      <vt:lpstr>Unit 1: Introduction</vt:lpstr>
      <vt:lpstr>Need of OS</vt:lpstr>
      <vt:lpstr>1.1. Operating System and Function</vt:lpstr>
      <vt:lpstr>Operating System and Function</vt:lpstr>
      <vt:lpstr>Functions of OS</vt:lpstr>
      <vt:lpstr>Functions of OS</vt:lpstr>
      <vt:lpstr>Views of OS</vt:lpstr>
      <vt:lpstr>OS as resource manager and Extended machine</vt:lpstr>
      <vt:lpstr>OS as resource manager</vt:lpstr>
      <vt:lpstr>OS as Extended machine</vt:lpstr>
      <vt:lpstr>1.2 Evolution of OS</vt:lpstr>
      <vt:lpstr>Evolution of OS</vt:lpstr>
      <vt:lpstr>Evolution of OS</vt:lpstr>
      <vt:lpstr>Types of Operating System</vt:lpstr>
      <vt:lpstr>Batch Systems</vt:lpstr>
      <vt:lpstr>Interactive system (Multiprogramming Batch system)</vt:lpstr>
      <vt:lpstr>Multiprocessing system</vt:lpstr>
      <vt:lpstr>Time Sharing system</vt:lpstr>
      <vt:lpstr>Real Time system</vt:lpstr>
      <vt:lpstr>1.4 Operating system components</vt:lpstr>
      <vt:lpstr>1.4 Operating system components</vt:lpstr>
      <vt:lpstr>Model Questions.</vt:lpstr>
      <vt:lpstr>1.5 Operating System structure</vt:lpstr>
      <vt:lpstr>Monolithic System</vt:lpstr>
      <vt:lpstr>Monolithic System</vt:lpstr>
      <vt:lpstr>Layered System</vt:lpstr>
      <vt:lpstr>PowerPoint Presentation</vt:lpstr>
      <vt:lpstr>Microkernel System</vt:lpstr>
      <vt:lpstr>Microkernel</vt:lpstr>
      <vt:lpstr>Client Server System</vt:lpstr>
      <vt:lpstr>PowerPoint Presentation</vt:lpstr>
      <vt:lpstr>Virtual Machine</vt:lpstr>
      <vt:lpstr>Virtual Machine</vt:lpstr>
      <vt:lpstr>1.6 Operating System Services</vt:lpstr>
      <vt:lpstr>System Calls</vt:lpstr>
      <vt:lpstr>System Calls</vt:lpstr>
      <vt:lpstr>Shell commands</vt:lpstr>
      <vt:lpstr>Shell Programming</vt:lpstr>
      <vt:lpstr>Examples of OS</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janaprakash</dc:creator>
  <cp:lastModifiedBy>DELL</cp:lastModifiedBy>
  <cp:revision>109</cp:revision>
  <dcterms:created xsi:type="dcterms:W3CDTF">2020-08-22T06:53:53Z</dcterms:created>
  <dcterms:modified xsi:type="dcterms:W3CDTF">2022-12-06T13:48:21Z</dcterms:modified>
</cp:coreProperties>
</file>